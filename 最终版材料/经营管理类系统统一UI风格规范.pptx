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8" r:id="rId3"/>
  </p:sldMasterIdLst>
  <p:notesMasterIdLst>
    <p:notesMasterId r:id="rId6"/>
  </p:notesMasterIdLst>
  <p:handoutMasterIdLst>
    <p:handoutMasterId r:id="rId40"/>
  </p:handoutMasterIdLst>
  <p:sldIdLst>
    <p:sldId id="919" r:id="rId4"/>
    <p:sldId id="16668472" r:id="rId5"/>
    <p:sldId id="16668519" r:id="rId7"/>
    <p:sldId id="16668565" r:id="rId8"/>
    <p:sldId id="16668556" r:id="rId9"/>
    <p:sldId id="16668533" r:id="rId10"/>
    <p:sldId id="16668608" r:id="rId11"/>
    <p:sldId id="16668609" r:id="rId12"/>
    <p:sldId id="16668557" r:id="rId13"/>
    <p:sldId id="16668558" r:id="rId14"/>
    <p:sldId id="16668537" r:id="rId15"/>
    <p:sldId id="16668560" r:id="rId16"/>
    <p:sldId id="16668534" r:id="rId17"/>
    <p:sldId id="16668612" r:id="rId18"/>
    <p:sldId id="16668561" r:id="rId19"/>
    <p:sldId id="16668559" r:id="rId20"/>
    <p:sldId id="16668535" r:id="rId21"/>
    <p:sldId id="16668520" r:id="rId22"/>
    <p:sldId id="16668521" r:id="rId23"/>
    <p:sldId id="16668522" r:id="rId24"/>
    <p:sldId id="16668523" r:id="rId25"/>
    <p:sldId id="16668524" r:id="rId26"/>
    <p:sldId id="16668548" r:id="rId27"/>
    <p:sldId id="16668526" r:id="rId28"/>
    <p:sldId id="16668549" r:id="rId29"/>
    <p:sldId id="16668527" r:id="rId30"/>
    <p:sldId id="16668528" r:id="rId31"/>
    <p:sldId id="16668550" r:id="rId32"/>
    <p:sldId id="16668529" r:id="rId33"/>
    <p:sldId id="16668530" r:id="rId34"/>
    <p:sldId id="16668551" r:id="rId35"/>
    <p:sldId id="16668531" r:id="rId36"/>
    <p:sldId id="16668552" r:id="rId37"/>
    <p:sldId id="16668553" r:id="rId38"/>
    <p:sldId id="16668554" r:id="rId39"/>
  </p:sldIdLst>
  <p:sldSz cx="12192000" cy="6858000"/>
  <p:notesSz cx="6858000" cy="9144000"/>
  <p:defaultTextStyle>
    <a:defPPr>
      <a:defRPr lang="zh-CN"/>
    </a:defPPr>
    <a:lvl1pPr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252" userDrawn="1">
          <p15:clr>
            <a:srgbClr val="A4A3A4"/>
          </p15:clr>
        </p15:guide>
        <p15:guide id="2" pos="284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hiqn" initials="s" lastIdx="2" clrIdx="0"/>
  <p:cmAuthor id="1" name="PDM" initials="P" lastIdx="4" clrIdx="0"/>
  <p:cmAuthor id="2" name="作者" initials="A" lastIdx="0" clrIdx="1"/>
  <p:cmAuthor id="3" name="li xiang" initials="l" lastIdx="1" clrIdx="0"/>
  <p:cmAuthor id="4" name="施晓良" initials="施" lastIdx="22" clrIdx="7"/>
  <p:cmAuthor id="5" name="陈烁" initials="陈" lastIdx="1" clrIdx="1"/>
  <p:cmAuthor id="6" name="贺 黄" initials="贺" lastIdx="1" clrIdx="8"/>
  <p:cmAuthor id="7" name="微软" initials="微" lastIdx="10" clrIdx="2"/>
  <p:cmAuthor id="8" name="胡肖亨" initials="胡" lastIdx="1" clrIdx="2"/>
  <p:cmAuthor id="9" name="204929" initials="2" lastIdx="2" clrIdx="3"/>
  <p:cmAuthor id="10" name="邱胜顺" initials="邱" lastIdx="1" clrIdx="5"/>
  <p:cmAuthor id="414648151" name="丁骅" initials="丁" lastIdx="2" clrIdx="44"/>
  <p:cmAuthor id="11" name="李楠10047711" initials="Li Nan" lastIdx="2" clrIdx="10"/>
  <p:cmAuthor id="12" name="zhouwd" initials="1" lastIdx="1" clrIdx="11"/>
  <p:cmAuthor id="13" name="Hans Neff" initials="HN" lastIdx="37" clrIdx="12"/>
  <p:cmAuthor id="14" name="John" initials="J" lastIdx="36" clrIdx="13"/>
  <p:cmAuthor id="15" name="10025093" initials="1" lastIdx="51" clrIdx="14"/>
  <p:cmAuthor id="16" name="10078380" initials="1" lastIdx="1" clrIdx="15"/>
  <p:cmAuthor id="17" name="00035181" initials="0" lastIdx="1" clrIdx="16"/>
  <p:cmAuthor id="18" name="谢翔" initials="谢翔" lastIdx="6" clrIdx="17"/>
  <p:cmAuthor id="19" name="程丽" initials="程丽" lastIdx="1" clrIdx="17"/>
  <p:cmAuthor id="20" name="500792" initials="5" lastIdx="1" clrIdx="19"/>
  <p:cmAuthor id="21" name="Salo" initials="S" lastIdx="1" clrIdx="20"/>
  <p:cmAuthor id="22" name="yang" initials="y" lastIdx="1" clrIdx="21"/>
  <p:cmAuthor id="2000" name="潘一宁_NfeizQJr" initials="authorId_517596718" lastIdx="0" clrIdx="0"/>
  <p:cmAuthor id="2001" name="骆倩怡_Znauj26B" initials="authorId_382814100" lastIdx="0" clrIdx="0"/>
  <p:cmAuthor id="23" name="chenshan" initials="c" lastIdx="2" clrIdx="22"/>
  <p:cmAuthor id="24" name="qiumingjie" initials="q" lastIdx="2" clrIdx="23"/>
  <p:cmAuthor id="25" name="205387" initials="2" lastIdx="2" clrIdx="24"/>
  <p:cmAuthor id="26" name="张世超" initials="F" lastIdx="1" clrIdx="25"/>
  <p:cmAuthor id="27" name="mxd" initials="m" lastIdx="1" clrIdx="26"/>
  <p:cmAuthor id="28" name="DELL" initials="D" lastIdx="1" clrIdx="26"/>
  <p:cmAuthor id="29" name="8" initials="8" lastIdx="1" clrIdx="28"/>
  <p:cmAuthor id="30" name="zdd" initials="z" lastIdx="2" clrIdx="29"/>
  <p:cmAuthor id="31" name="Administrator" initials="A" lastIdx="3" clrIdx="30"/>
  <p:cmAuthor id="32" name="84041" initials="8" lastIdx="6" clrIdx="31"/>
  <p:cmAuthor id="76" name="大 白" initials="大" lastIdx="2" clrIdx="27"/>
  <p:cmAuthor id="33" name="16566" initials="1" lastIdx="1" clrIdx="32"/>
  <p:cmAuthor id="77" name="YIN Yue" initials="YY" lastIdx="1" clrIdx="35"/>
  <p:cmAuthor id="34" name="王頔" initials="王" lastIdx="2" clrIdx="0"/>
  <p:cmAuthor id="1483810881" name="WPS_1679281038" initials="W" lastIdx="1" clrIdx="2"/>
  <p:cmAuthor id="78" name="ma ma" initials="mm" lastIdx="1" clrIdx="31"/>
  <p:cmAuthor id="79" name="睿龙 薛" initials="睿龙" lastIdx="4" clrIdx="32"/>
  <p:cmAuthor id="38" name="allan" initials="a" lastIdx="5" clrIdx="37"/>
  <p:cmAuthor id="39" name="朱佳旻" initials="旻" lastIdx="1" clrIdx="38"/>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2B2B2"/>
    <a:srgbClr val="004EA2"/>
    <a:srgbClr val="274DA6"/>
    <a:srgbClr val="53A8FF"/>
    <a:srgbClr val="EE822F"/>
    <a:srgbClr val="C81D31"/>
    <a:srgbClr val="F95529"/>
    <a:srgbClr val="DBEEFF"/>
    <a:srgbClr val="4576BB"/>
    <a:srgbClr val="4874C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101" autoAdjust="0"/>
    <p:restoredTop sz="89398" autoAdjust="0"/>
  </p:normalViewPr>
  <p:slideViewPr>
    <p:cSldViewPr snapToGrid="0" showGuides="1">
      <p:cViewPr varScale="1">
        <p:scale>
          <a:sx n="73" d="100"/>
          <a:sy n="73" d="100"/>
        </p:scale>
        <p:origin x="610" y="72"/>
      </p:cViewPr>
      <p:guideLst>
        <p:guide orient="horz" pos="2252"/>
        <p:guide pos="2844"/>
      </p:guideLst>
    </p:cSldViewPr>
  </p:slideViewPr>
  <p:notesTextViewPr>
    <p:cViewPr>
      <p:scale>
        <a:sx n="1" d="1"/>
        <a:sy n="1" d="1"/>
      </p:scale>
      <p:origin x="0" y="0"/>
    </p:cViewPr>
  </p:notesTextViewPr>
  <p:gridSpacing cx="71999" cy="71999"/>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notesMaster" Target="notesMasters/notesMaster1.xml"/><Relationship Id="rId5" Type="http://schemas.openxmlformats.org/officeDocument/2006/relationships/slide" Target="slides/slide2.xml"/><Relationship Id="rId44" Type="http://schemas.openxmlformats.org/officeDocument/2006/relationships/commentAuthors" Target="commentAuthors.xml"/><Relationship Id="rId43" Type="http://schemas.openxmlformats.org/officeDocument/2006/relationships/tableStyles" Target="tableStyles.xml"/><Relationship Id="rId42" Type="http://schemas.openxmlformats.org/officeDocument/2006/relationships/viewProps" Target="viewProps.xml"/><Relationship Id="rId41" Type="http://schemas.openxmlformats.org/officeDocument/2006/relationships/presProps" Target="presProps.xml"/><Relationship Id="rId40" Type="http://schemas.openxmlformats.org/officeDocument/2006/relationships/handoutMaster" Target="handoutMasters/handoutMaster1.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defRPr sz="1200" noProof="1"/>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fontAlgn="auto">
              <a:defRPr sz="1200" noProof="1" smtClean="0">
                <a:latin typeface="+mn-lt"/>
                <a:ea typeface="+mn-ea"/>
              </a:defRPr>
            </a:lvl1pPr>
          </a:lstStyle>
          <a:p>
            <a:fld id="{AE6BD17B-2AA6-4704-9ADA-FC893C1A5037}" type="datetimeFigureOut">
              <a:rPr lang="zh-CN" altLang="en-US"/>
            </a:fld>
            <a:endParaRPr lang="zh-CN" altLang="en-US">
              <a:latin typeface="Calibri" panose="020F0502020204030204" pitchFamily="34" charset="0"/>
              <a:ea typeface="宋体" panose="02010600030101010101" pitchFamily="2" charset="-122"/>
            </a:endParaRPr>
          </a:p>
        </p:txBody>
      </p:sp>
      <p:sp>
        <p:nvSpPr>
          <p:cNvPr id="9220" name="幻灯片图像占位符 3"/>
          <p:cNvSpPr>
            <a:spLocks noGrp="1" noRot="1" noChangeAspect="1"/>
          </p:cNvSpPr>
          <p:nvPr>
            <p:ph type="sldImg" idx="4294967295"/>
          </p:nvPr>
        </p:nvSpPr>
        <p:spPr bwMode="auto">
          <a:xfrm>
            <a:off x="685800" y="1143000"/>
            <a:ext cx="5486400" cy="3086100"/>
          </a:xfrm>
          <a:prstGeom prst="rect">
            <a:avLst/>
          </a:prstGeom>
          <a:noFill/>
          <a:ln w="12700">
            <a:solidFill>
              <a:srgbClr val="000000"/>
            </a:solidFill>
            <a:round/>
          </a:ln>
          <a:extLst>
            <a:ext uri="{909E8E84-426E-40DD-AFC4-6F175D3DCCD1}">
              <a14:hiddenFill xmlns:a14="http://schemas.microsoft.com/office/drawing/2010/main">
                <a:solidFill>
                  <a:srgbClr val="FFFFFF"/>
                </a:solidFill>
              </a14:hiddenFill>
            </a:ext>
          </a:extLst>
        </p:spPr>
      </p:sp>
      <p:sp>
        <p:nvSpPr>
          <p:cNvPr id="9221" name="备注占位符 4"/>
          <p:cNvSpPr>
            <a:spLocks noGrp="1"/>
          </p:cNvSpPr>
          <p:nvPr>
            <p:ph type="body" sz="quarter" idx="9"/>
          </p:nvPr>
        </p:nvSpPr>
        <p:spPr bwMode="auto">
          <a:xfrm>
            <a:off x="685800" y="4400550"/>
            <a:ext cx="54864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fontAlgn="auto">
              <a:defRPr sz="1200" noProof="1"/>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fontAlgn="auto">
              <a:defRPr sz="1200" noProof="1" smtClean="0">
                <a:latin typeface="+mn-lt"/>
                <a:ea typeface="+mn-ea"/>
              </a:defRPr>
            </a:lvl1pPr>
          </a:lstStyle>
          <a:p>
            <a:fld id="{3CDF6FBD-2A99-44B9-A46F-BE375C6762CB}" type="slidenum">
              <a:rPr lang="zh-CN" altLang="en-US"/>
            </a:fld>
            <a:endParaRPr lang="zh-CN" altLang="en-US">
              <a:latin typeface="Calibri" panose="020F0502020204030204" pitchFamily="34" charset="0"/>
              <a:ea typeface="宋体" panose="02010600030101010101" pitchFamily="2" charset="-122"/>
            </a:endParaRPr>
          </a:p>
        </p:txBody>
      </p:sp>
    </p:spTree>
  </p:cSld>
  <p:clrMap bg1="lt1" tx1="dk1" bg2="lt2" tx2="dk2" accent1="accent1" accent2="accent2" accent3="accent3" accent4="accent4" accent5="accent5" accent6="accent6" hlink="hlink" folHlink="folHlink"/>
  <p:notesStyle>
    <a:lvl1pPr algn="l" rtl="0" fontAlgn="base">
      <a:spcBef>
        <a:spcPct val="0"/>
      </a:spcBef>
      <a:spcAft>
        <a:spcPct val="0"/>
      </a:spcAft>
      <a:defRPr sz="1200" kern="1200">
        <a:solidFill>
          <a:schemeClr val="tx1"/>
        </a:solidFill>
        <a:latin typeface="+mn-lt"/>
        <a:ea typeface="+mn-ea"/>
        <a:cs typeface="+mn-cs"/>
      </a:defRPr>
    </a:lvl1pPr>
    <a:lvl2pPr marL="457200" algn="l" rtl="0" fontAlgn="base">
      <a:spcBef>
        <a:spcPct val="0"/>
      </a:spcBef>
      <a:spcAft>
        <a:spcPct val="0"/>
      </a:spcAft>
      <a:defRPr sz="1200" kern="1200">
        <a:solidFill>
          <a:schemeClr val="tx1"/>
        </a:solidFill>
        <a:latin typeface="+mn-lt"/>
        <a:ea typeface="+mn-ea"/>
        <a:cs typeface="+mn-cs"/>
      </a:defRPr>
    </a:lvl2pPr>
    <a:lvl3pPr marL="914400" algn="l" rtl="0" fontAlgn="base">
      <a:spcBef>
        <a:spcPct val="0"/>
      </a:spcBef>
      <a:spcAft>
        <a:spcPct val="0"/>
      </a:spcAft>
      <a:defRPr sz="1200" kern="1200">
        <a:solidFill>
          <a:schemeClr val="tx1"/>
        </a:solidFill>
        <a:latin typeface="+mn-lt"/>
        <a:ea typeface="+mn-ea"/>
        <a:cs typeface="+mn-cs"/>
      </a:defRPr>
    </a:lvl3pPr>
    <a:lvl4pPr marL="1371600" algn="l" rtl="0" fontAlgn="base">
      <a:spcBef>
        <a:spcPct val="0"/>
      </a:spcBef>
      <a:spcAft>
        <a:spcPct val="0"/>
      </a:spcAft>
      <a:defRPr sz="1200" kern="1200">
        <a:solidFill>
          <a:schemeClr val="tx1"/>
        </a:solidFill>
        <a:latin typeface="+mn-lt"/>
        <a:ea typeface="+mn-ea"/>
        <a:cs typeface="+mn-cs"/>
      </a:defRPr>
    </a:lvl4pPr>
    <a:lvl5pPr marL="1828800" algn="l" rtl="0" fontAlgn="base">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4294967295"/>
          </p:nvPr>
        </p:nvSpPr>
        <p:spPr/>
      </p:sp>
      <p:sp>
        <p:nvSpPr>
          <p:cNvPr id="3" name="文本占位符 2"/>
          <p:cNvSpPr>
            <a:spLocks noGrp="1"/>
          </p:cNvSpPr>
          <p:nvPr>
            <p:ph type="body" idx="9"/>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4294967295"/>
          </p:nvPr>
        </p:nvSpPr>
        <p:spPr/>
      </p:sp>
      <p:sp>
        <p:nvSpPr>
          <p:cNvPr id="3" name="文本占位符 2"/>
          <p:cNvSpPr>
            <a:spLocks noGrp="1"/>
          </p:cNvSpPr>
          <p:nvPr>
            <p:ph type="body" idx="9"/>
          </p:nvPr>
        </p:nvSpPr>
        <p:spPr/>
        <p:txBody>
          <a:bodyPr/>
          <a:lstStyle/>
          <a:p>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4294967295"/>
          </p:nvPr>
        </p:nvSpPr>
        <p:spPr/>
      </p:sp>
      <p:sp>
        <p:nvSpPr>
          <p:cNvPr id="3" name="文本占位符 2"/>
          <p:cNvSpPr>
            <a:spLocks noGrp="1"/>
          </p:cNvSpPr>
          <p:nvPr>
            <p:ph type="body" idx="9"/>
          </p:nvPr>
        </p:nvSpPr>
        <p:spPr/>
        <p:txBody>
          <a:bodyPr/>
          <a:lstStyle/>
          <a:p>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4294967295"/>
          </p:nvPr>
        </p:nvSpPr>
        <p:spPr/>
      </p:sp>
      <p:sp>
        <p:nvSpPr>
          <p:cNvPr id="3" name="文本占位符 2"/>
          <p:cNvSpPr>
            <a:spLocks noGrp="1"/>
          </p:cNvSpPr>
          <p:nvPr>
            <p:ph type="body" idx="9"/>
          </p:nvPr>
        </p:nvSpPr>
        <p:spPr/>
        <p:txBody>
          <a:bodyPr/>
          <a:lstStyle/>
          <a:p>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4294967295"/>
          </p:nvPr>
        </p:nvSpPr>
        <p:spPr/>
      </p:sp>
      <p:sp>
        <p:nvSpPr>
          <p:cNvPr id="3" name="文本占位符 2"/>
          <p:cNvSpPr>
            <a:spLocks noGrp="1"/>
          </p:cNvSpPr>
          <p:nvPr>
            <p:ph type="body" idx="9"/>
          </p:nvPr>
        </p:nvSpPr>
        <p:spPr/>
        <p:txBody>
          <a:bodyPr/>
          <a:lstStyle/>
          <a:p>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4294967295"/>
          </p:nvPr>
        </p:nvSpPr>
        <p:spPr/>
      </p:sp>
      <p:sp>
        <p:nvSpPr>
          <p:cNvPr id="3" name="文本占位符 2"/>
          <p:cNvSpPr>
            <a:spLocks noGrp="1"/>
          </p:cNvSpPr>
          <p:nvPr>
            <p:ph type="body" idx="9"/>
          </p:nvPr>
        </p:nvSpPr>
        <p:spPr/>
        <p:txBody>
          <a:bodyPr/>
          <a:lstStyle/>
          <a:p>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4294967295"/>
          </p:nvPr>
        </p:nvSpPr>
        <p:spPr/>
      </p:sp>
      <p:sp>
        <p:nvSpPr>
          <p:cNvPr id="3" name="文本占位符 2"/>
          <p:cNvSpPr>
            <a:spLocks noGrp="1"/>
          </p:cNvSpPr>
          <p:nvPr>
            <p:ph type="body" idx="9"/>
          </p:nvPr>
        </p:nvSpPr>
        <p:spPr/>
        <p:txBody>
          <a:bodyPr/>
          <a:lstStyle/>
          <a:p>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4294967295"/>
          </p:nvPr>
        </p:nvSpPr>
        <p:spPr/>
      </p:sp>
      <p:sp>
        <p:nvSpPr>
          <p:cNvPr id="3" name="文本占位符 2"/>
          <p:cNvSpPr>
            <a:spLocks noGrp="1"/>
          </p:cNvSpPr>
          <p:nvPr>
            <p:ph type="body" idx="9"/>
          </p:nvPr>
        </p:nvSpPr>
        <p:spPr/>
        <p:txBody>
          <a:bodyPr/>
          <a:lstStyle/>
          <a:p>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4294967295"/>
          </p:nvPr>
        </p:nvSpPr>
        <p:spPr/>
      </p:sp>
      <p:sp>
        <p:nvSpPr>
          <p:cNvPr id="3" name="文本占位符 2"/>
          <p:cNvSpPr>
            <a:spLocks noGrp="1"/>
          </p:cNvSpPr>
          <p:nvPr>
            <p:ph type="body" idx="9"/>
          </p:nvPr>
        </p:nvSpPr>
        <p:spPr/>
        <p:txBody>
          <a:bodyPr/>
          <a:lstStyle/>
          <a:p>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4294967295"/>
          </p:nvPr>
        </p:nvSpPr>
        <p:spPr/>
      </p:sp>
      <p:sp>
        <p:nvSpPr>
          <p:cNvPr id="3" name="文本占位符 2"/>
          <p:cNvSpPr>
            <a:spLocks noGrp="1"/>
          </p:cNvSpPr>
          <p:nvPr>
            <p:ph type="body" idx="9"/>
          </p:nvPr>
        </p:nvSpPr>
        <p:spPr/>
        <p:txBody>
          <a:bodyPr/>
          <a:lstStyle/>
          <a:p>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4294967295"/>
          </p:nvPr>
        </p:nvSpPr>
        <p:spPr/>
      </p:sp>
      <p:sp>
        <p:nvSpPr>
          <p:cNvPr id="3" name="文本占位符 2"/>
          <p:cNvSpPr>
            <a:spLocks noGrp="1"/>
          </p:cNvSpPr>
          <p:nvPr>
            <p:ph type="body" idx="9"/>
          </p:nvPr>
        </p:nvSpPr>
        <p:spPr/>
        <p:txBody>
          <a:bodyPr/>
          <a:lstStyle/>
          <a:p>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4294967295"/>
          </p:nvPr>
        </p:nvSpPr>
        <p:spPr/>
      </p:sp>
      <p:sp>
        <p:nvSpPr>
          <p:cNvPr id="3" name="文本占位符 2"/>
          <p:cNvSpPr>
            <a:spLocks noGrp="1"/>
          </p:cNvSpPr>
          <p:nvPr>
            <p:ph type="body" idx="9"/>
          </p:nvPr>
        </p:nvSpPr>
        <p:spPr/>
        <p:txBody>
          <a:bodyPr/>
          <a:lstStyle/>
          <a:p>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4294967295"/>
          </p:nvPr>
        </p:nvSpPr>
        <p:spPr/>
      </p:sp>
      <p:sp>
        <p:nvSpPr>
          <p:cNvPr id="3" name="文本占位符 2"/>
          <p:cNvSpPr>
            <a:spLocks noGrp="1"/>
          </p:cNvSpPr>
          <p:nvPr>
            <p:ph type="body" idx="9"/>
          </p:nvPr>
        </p:nvSpPr>
        <p:spPr/>
        <p:txBody>
          <a:bodyPr/>
          <a:lstStyle/>
          <a:p>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4294967295"/>
          </p:nvPr>
        </p:nvSpPr>
        <p:spPr/>
      </p:sp>
      <p:sp>
        <p:nvSpPr>
          <p:cNvPr id="3" name="文本占位符 2"/>
          <p:cNvSpPr>
            <a:spLocks noGrp="1"/>
          </p:cNvSpPr>
          <p:nvPr>
            <p:ph type="body" idx="9"/>
          </p:nvPr>
        </p:nvSpPr>
        <p:spPr/>
        <p:txBody>
          <a:bodyPr/>
          <a:lstStyle/>
          <a:p>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4294967295"/>
          </p:nvPr>
        </p:nvSpPr>
        <p:spPr/>
      </p:sp>
      <p:sp>
        <p:nvSpPr>
          <p:cNvPr id="3" name="文本占位符 2"/>
          <p:cNvSpPr>
            <a:spLocks noGrp="1"/>
          </p:cNvSpPr>
          <p:nvPr>
            <p:ph type="body" idx="9"/>
          </p:nvPr>
        </p:nvSpPr>
        <p:spPr/>
        <p:txBody>
          <a:bodyPr/>
          <a:lstStyle/>
          <a:p>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4294967295"/>
          </p:nvPr>
        </p:nvSpPr>
        <p:spPr/>
      </p:sp>
      <p:sp>
        <p:nvSpPr>
          <p:cNvPr id="3" name="文本占位符 2"/>
          <p:cNvSpPr>
            <a:spLocks noGrp="1"/>
          </p:cNvSpPr>
          <p:nvPr>
            <p:ph type="body" idx="9"/>
          </p:nvPr>
        </p:nvSpPr>
        <p:spPr/>
        <p:txBody>
          <a:bodyPr/>
          <a:lstStyle/>
          <a:p>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4294967295"/>
          </p:nvPr>
        </p:nvSpPr>
        <p:spPr/>
      </p:sp>
      <p:sp>
        <p:nvSpPr>
          <p:cNvPr id="3" name="文本占位符 2"/>
          <p:cNvSpPr>
            <a:spLocks noGrp="1"/>
          </p:cNvSpPr>
          <p:nvPr>
            <p:ph type="body" idx="9"/>
          </p:nvPr>
        </p:nvSpPr>
        <p:spPr/>
        <p:txBody>
          <a:bodyPr/>
          <a:lstStyle/>
          <a:p>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4294967295"/>
          </p:nvPr>
        </p:nvSpPr>
        <p:spPr/>
      </p:sp>
      <p:sp>
        <p:nvSpPr>
          <p:cNvPr id="3" name="文本占位符 2"/>
          <p:cNvSpPr>
            <a:spLocks noGrp="1"/>
          </p:cNvSpPr>
          <p:nvPr>
            <p:ph type="body" idx="9"/>
          </p:nvPr>
        </p:nvSpPr>
        <p:spPr/>
        <p:txBody>
          <a:bodyPr/>
          <a:lstStyle/>
          <a:p>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4294967295"/>
          </p:nvPr>
        </p:nvSpPr>
        <p:spPr/>
      </p:sp>
      <p:sp>
        <p:nvSpPr>
          <p:cNvPr id="3" name="文本占位符 2"/>
          <p:cNvSpPr>
            <a:spLocks noGrp="1"/>
          </p:cNvSpPr>
          <p:nvPr>
            <p:ph type="body" idx="9"/>
          </p:nvPr>
        </p:nvSpPr>
        <p:spPr/>
        <p:txBody>
          <a:bodyPr/>
          <a:lstStyle/>
          <a:p>
            <a:endParaRPr lang="zh-CN"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4294967295"/>
          </p:nvPr>
        </p:nvSpPr>
        <p:spPr/>
      </p:sp>
      <p:sp>
        <p:nvSpPr>
          <p:cNvPr id="3" name="文本占位符 2"/>
          <p:cNvSpPr>
            <a:spLocks noGrp="1"/>
          </p:cNvSpPr>
          <p:nvPr>
            <p:ph type="body" idx="9"/>
          </p:nvPr>
        </p:nvSpPr>
        <p:spPr/>
        <p:txBody>
          <a:bodyPr/>
          <a:lstStyle/>
          <a:p>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4294967295"/>
          </p:nvPr>
        </p:nvSpPr>
        <p:spPr/>
      </p:sp>
      <p:sp>
        <p:nvSpPr>
          <p:cNvPr id="3" name="文本占位符 2"/>
          <p:cNvSpPr>
            <a:spLocks noGrp="1"/>
          </p:cNvSpPr>
          <p:nvPr>
            <p:ph type="body" idx="9"/>
          </p:nvPr>
        </p:nvSpPr>
        <p:spPr/>
        <p:txBody>
          <a:bodyPr/>
          <a:lstStyle/>
          <a:p>
            <a:endParaRPr lang="zh-CN"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4294967295"/>
          </p:nvPr>
        </p:nvSpPr>
        <p:spPr/>
      </p:sp>
      <p:sp>
        <p:nvSpPr>
          <p:cNvPr id="3" name="文本占位符 2"/>
          <p:cNvSpPr>
            <a:spLocks noGrp="1"/>
          </p:cNvSpPr>
          <p:nvPr>
            <p:ph type="body" idx="9"/>
          </p:nvPr>
        </p:nvSpPr>
        <p:spPr/>
        <p:txBody>
          <a:bodyPr/>
          <a:lstStyle/>
          <a:p>
            <a:endParaRPr lang="zh-CN"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4294967295"/>
          </p:nvPr>
        </p:nvSpPr>
        <p:spPr/>
      </p:sp>
      <p:sp>
        <p:nvSpPr>
          <p:cNvPr id="3" name="文本占位符 2"/>
          <p:cNvSpPr>
            <a:spLocks noGrp="1"/>
          </p:cNvSpPr>
          <p:nvPr>
            <p:ph type="body" idx="9"/>
          </p:nvPr>
        </p:nvSpPr>
        <p:spPr/>
        <p:txBody>
          <a:bodyPr/>
          <a:lstStyle/>
          <a:p>
            <a:endParaRPr lang="zh-CN" alt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4294967295"/>
          </p:nvPr>
        </p:nvSpPr>
        <p:spPr/>
      </p:sp>
      <p:sp>
        <p:nvSpPr>
          <p:cNvPr id="3" name="文本占位符 2"/>
          <p:cNvSpPr>
            <a:spLocks noGrp="1"/>
          </p:cNvSpPr>
          <p:nvPr>
            <p:ph type="body" idx="9"/>
          </p:nvPr>
        </p:nvSpPr>
        <p:spPr/>
        <p:txBody>
          <a:bodyPr/>
          <a:lstStyle/>
          <a:p>
            <a:endParaRPr lang="zh-CN"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4294967295"/>
          </p:nvPr>
        </p:nvSpPr>
        <p:spPr/>
      </p:sp>
      <p:sp>
        <p:nvSpPr>
          <p:cNvPr id="3" name="文本占位符 2"/>
          <p:cNvSpPr>
            <a:spLocks noGrp="1"/>
          </p:cNvSpPr>
          <p:nvPr>
            <p:ph type="body" idx="9"/>
          </p:nvPr>
        </p:nvSpPr>
        <p:spPr/>
        <p:txBody>
          <a:bodyPr/>
          <a:lstStyle/>
          <a:p>
            <a:endParaRPr lang="zh-CN" alt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4294967295"/>
          </p:nvPr>
        </p:nvSpPr>
        <p:spPr/>
      </p:sp>
      <p:sp>
        <p:nvSpPr>
          <p:cNvPr id="3" name="文本占位符 2"/>
          <p:cNvSpPr>
            <a:spLocks noGrp="1"/>
          </p:cNvSpPr>
          <p:nvPr>
            <p:ph type="body" idx="9"/>
          </p:nvPr>
        </p:nvSpPr>
        <p:spPr/>
        <p:txBody>
          <a:bodyPr/>
          <a:lstStyle/>
          <a:p>
            <a:endParaRPr lang="zh-CN"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4294967295"/>
          </p:nvPr>
        </p:nvSpPr>
        <p:spPr/>
      </p:sp>
      <p:sp>
        <p:nvSpPr>
          <p:cNvPr id="3" name="文本占位符 2"/>
          <p:cNvSpPr>
            <a:spLocks noGrp="1"/>
          </p:cNvSpPr>
          <p:nvPr>
            <p:ph type="body" idx="9"/>
          </p:nvPr>
        </p:nvSpPr>
        <p:spPr/>
        <p:txBody>
          <a:bodyPr/>
          <a:lstStyle/>
          <a:p>
            <a:endParaRPr lang="zh-CN" alt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4294967295"/>
          </p:nvPr>
        </p:nvSpPr>
        <p:spPr/>
      </p:sp>
      <p:sp>
        <p:nvSpPr>
          <p:cNvPr id="3" name="文本占位符 2"/>
          <p:cNvSpPr>
            <a:spLocks noGrp="1"/>
          </p:cNvSpPr>
          <p:nvPr>
            <p:ph type="body" idx="9"/>
          </p:nvPr>
        </p:nvSpPr>
        <p:spPr/>
        <p:txBody>
          <a:bodyPr/>
          <a:lstStyle/>
          <a:p>
            <a:endParaRPr lang="zh-CN" alt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4294967295"/>
          </p:nvPr>
        </p:nvSpPr>
        <p:spPr/>
      </p:sp>
      <p:sp>
        <p:nvSpPr>
          <p:cNvPr id="3" name="文本占位符 2"/>
          <p:cNvSpPr>
            <a:spLocks noGrp="1"/>
          </p:cNvSpPr>
          <p:nvPr>
            <p:ph type="body" idx="9"/>
          </p:nvPr>
        </p:nvSpPr>
        <p:spPr/>
        <p:txBody>
          <a:bodyPr/>
          <a:lstStyle/>
          <a:p>
            <a:endParaRPr lang="zh-CN" alt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4294967295"/>
          </p:nvPr>
        </p:nvSpPr>
        <p:spPr/>
      </p:sp>
      <p:sp>
        <p:nvSpPr>
          <p:cNvPr id="3" name="文本占位符 2"/>
          <p:cNvSpPr>
            <a:spLocks noGrp="1"/>
          </p:cNvSpPr>
          <p:nvPr>
            <p:ph type="body" idx="9"/>
          </p:nvPr>
        </p:nvSpPr>
        <p:spPr/>
        <p:txBody>
          <a:bodyPr/>
          <a:lstStyle/>
          <a:p>
            <a:endParaRPr lang="zh-CN" alt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4294967295"/>
          </p:nvPr>
        </p:nvSpPr>
        <p:spPr/>
      </p:sp>
      <p:sp>
        <p:nvSpPr>
          <p:cNvPr id="3" name="文本占位符 2"/>
          <p:cNvSpPr>
            <a:spLocks noGrp="1"/>
          </p:cNvSpPr>
          <p:nvPr>
            <p:ph type="body" idx="9"/>
          </p:nvPr>
        </p:nvSpPr>
        <p:spPr/>
        <p:txBody>
          <a:bodyPr/>
          <a:lstStyle/>
          <a:p>
            <a:endParaRPr lang="zh-CN" alt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4294967295"/>
          </p:nvPr>
        </p:nvSpPr>
        <p:spPr/>
      </p:sp>
      <p:sp>
        <p:nvSpPr>
          <p:cNvPr id="3" name="文本占位符 2"/>
          <p:cNvSpPr>
            <a:spLocks noGrp="1"/>
          </p:cNvSpPr>
          <p:nvPr>
            <p:ph type="body" idx="9"/>
          </p:nvPr>
        </p:nvSpPr>
        <p:spPr/>
        <p:txBody>
          <a:bodyPr/>
          <a:lstStyle/>
          <a:p>
            <a:endParaRPr lang="zh-CN" alt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4294967295"/>
          </p:nvPr>
        </p:nvSpPr>
        <p:spPr/>
      </p:sp>
      <p:sp>
        <p:nvSpPr>
          <p:cNvPr id="3" name="文本占位符 2"/>
          <p:cNvSpPr>
            <a:spLocks noGrp="1"/>
          </p:cNvSpPr>
          <p:nvPr>
            <p:ph type="body" idx="9"/>
          </p:nvPr>
        </p:nvSpPr>
        <p:spPr/>
        <p:txBody>
          <a:bodyPr/>
          <a:lstStyle/>
          <a:p>
            <a:endParaRPr lang="zh-CN" alt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4294967295"/>
          </p:nvPr>
        </p:nvSpPr>
        <p:spPr/>
      </p:sp>
      <p:sp>
        <p:nvSpPr>
          <p:cNvPr id="3" name="文本占位符 2"/>
          <p:cNvSpPr>
            <a:spLocks noGrp="1"/>
          </p:cNvSpPr>
          <p:nvPr>
            <p:ph type="body" idx="9"/>
          </p:nvPr>
        </p:nvSpPr>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3.xml"/><Relationship Id="rId5" Type="http://schemas.openxmlformats.org/officeDocument/2006/relationships/image" Target="../media/image4.png"/><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5" Type="http://schemas.openxmlformats.org/officeDocument/2006/relationships/tags" Target="../tags/tag7.xml"/><Relationship Id="rId4" Type="http://schemas.openxmlformats.org/officeDocument/2006/relationships/tags" Target="../tags/tag6.xml"/><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image" Target="../media/image4.png"/><Relationship Id="rId4" Type="http://schemas.openxmlformats.org/officeDocument/2006/relationships/tags" Target="../tags/tag9.xml"/><Relationship Id="rId3" Type="http://schemas.openxmlformats.org/officeDocument/2006/relationships/tags" Target="../tags/tag8.xml"/><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7_标题幻灯片">
    <p:spTree>
      <p:nvGrpSpPr>
        <p:cNvPr id="1" name=""/>
        <p:cNvGrpSpPr/>
        <p:nvPr/>
      </p:nvGrpSpPr>
      <p:grpSpPr>
        <a:xfrm>
          <a:off x="0" y="0"/>
          <a:ext cx="0" cy="0"/>
          <a:chOff x="0" y="0"/>
          <a:chExt cx="0" cy="0"/>
        </a:xfrm>
      </p:grpSpPr>
      <p:pic>
        <p:nvPicPr>
          <p:cNvPr id="2" name="图片 2" descr="微信图片_20240509101245"/>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t="9189" b="6699"/>
          <a:stretch>
            <a:fillRect/>
          </a:stretch>
        </p:blipFill>
        <p:spPr bwMode="auto">
          <a:xfrm>
            <a:off x="-44450" y="0"/>
            <a:ext cx="12241213" cy="686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 name="组合 4"/>
          <p:cNvGrpSpPr/>
          <p:nvPr userDrawn="1"/>
        </p:nvGrpSpPr>
        <p:grpSpPr bwMode="auto">
          <a:xfrm>
            <a:off x="10701338" y="0"/>
            <a:ext cx="766762" cy="766763"/>
            <a:chOff x="16853" y="0"/>
            <a:chExt cx="1208" cy="1208"/>
          </a:xfrm>
        </p:grpSpPr>
        <p:sp>
          <p:nvSpPr>
            <p:cNvPr id="4" name="矩形 3"/>
            <p:cNvSpPr/>
            <p:nvPr userDrawn="1"/>
          </p:nvSpPr>
          <p:spPr>
            <a:xfrm>
              <a:off x="16853" y="0"/>
              <a:ext cx="1208" cy="1208"/>
            </a:xfrm>
            <a:prstGeom prst="rect">
              <a:avLst/>
            </a:prstGeom>
            <a:solidFill>
              <a:schemeClr val="accent6">
                <a:lumMod val="75000"/>
              </a:schemeClr>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anchor="ctr"/>
            <a:lstStyle/>
            <a:p>
              <a:pPr algn="ctr" fontAlgn="auto"/>
              <a:endParaRPr lang="zh-CN" altLang="en-US" noProof="1"/>
            </a:p>
          </p:txBody>
        </p:sp>
        <p:pic>
          <p:nvPicPr>
            <p:cNvPr id="5" name="图片 6" descr="商飞总部logo-02"/>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7001" y="192"/>
              <a:ext cx="948" cy="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pic>
        <p:nvPicPr>
          <p:cNvPr id="2" name="图片 4"/>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7938"/>
            <a:ext cx="12239625" cy="687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 name="组合 1"/>
          <p:cNvGrpSpPr/>
          <p:nvPr userDrawn="1"/>
        </p:nvGrpSpPr>
        <p:grpSpPr bwMode="auto">
          <a:xfrm>
            <a:off x="10701338" y="0"/>
            <a:ext cx="766762" cy="766763"/>
            <a:chOff x="11522" y="1262"/>
            <a:chExt cx="1864" cy="1864"/>
          </a:xfrm>
        </p:grpSpPr>
        <p:sp>
          <p:nvSpPr>
            <p:cNvPr id="4" name="矩形 3"/>
            <p:cNvSpPr/>
            <p:nvPr userDrawn="1">
              <p:custDataLst>
                <p:tags r:id="rId3"/>
              </p:custDataLst>
            </p:nvPr>
          </p:nvSpPr>
          <p:spPr>
            <a:xfrm>
              <a:off x="11522" y="1262"/>
              <a:ext cx="1864" cy="1864"/>
            </a:xfrm>
            <a:prstGeom prst="rect">
              <a:avLst/>
            </a:prstGeom>
            <a:solidFill>
              <a:srgbClr val="004EA2"/>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anchor="ctr"/>
            <a:lstStyle/>
            <a:p>
              <a:pPr algn="ctr" fontAlgn="auto"/>
              <a:endParaRPr lang="zh-CN" altLang="en-US" noProof="1"/>
            </a:p>
          </p:txBody>
        </p:sp>
        <p:pic>
          <p:nvPicPr>
            <p:cNvPr id="5" name="图片 7" descr="logo rgb反白-01"/>
            <p:cNvPicPr>
              <a:picLocks noChangeAspect="1" noChangeArrowheads="1"/>
            </p:cNvPicPr>
            <p:nvPr userDrawn="1">
              <p:custDataLst>
                <p:tags r:id="rId4"/>
              </p:custDataLst>
            </p:nvPr>
          </p:nvPicPr>
          <p:blipFill>
            <a:blip r:embed="rId5" cstate="print">
              <a:extLst>
                <a:ext uri="{28A0092B-C50C-407E-A947-70E740481C1C}">
                  <a14:useLocalDpi xmlns:a14="http://schemas.microsoft.com/office/drawing/2010/main" val="0"/>
                </a:ext>
              </a:extLst>
            </a:blip>
            <a:srcRect/>
            <a:stretch>
              <a:fillRect/>
            </a:stretch>
          </p:blipFill>
          <p:spPr bwMode="auto">
            <a:xfrm>
              <a:off x="11750" y="1490"/>
              <a:ext cx="1408" cy="1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6" name="文本框 5"/>
          <p:cNvSpPr txBox="1"/>
          <p:nvPr>
            <p:custDataLst>
              <p:tags r:id="rId6"/>
            </p:custDataLst>
          </p:nvPr>
        </p:nvSpPr>
        <p:spPr>
          <a:xfrm>
            <a:off x="1379220" y="791210"/>
            <a:ext cx="10466070" cy="2353945"/>
          </a:xfrm>
          <a:prstGeom prst="rect">
            <a:avLst/>
          </a:prstGeom>
          <a:noFill/>
        </p:spPr>
        <p:txBody>
          <a:bodyPr>
            <a:spAutoFit/>
          </a:bodyPr>
          <a:lstStyle/>
          <a:p>
            <a:pPr fontAlgn="auto">
              <a:lnSpc>
                <a:spcPct val="85000"/>
              </a:lnSpc>
            </a:pPr>
            <a:r>
              <a:rPr lang="en-US" altLang="zh-CN" sz="17300" b="1" spc="300" noProof="1">
                <a:gradFill>
                  <a:gsLst>
                    <a:gs pos="0">
                      <a:srgbClr val="5C8CB8">
                        <a:alpha val="40000"/>
                      </a:srgbClr>
                    </a:gs>
                    <a:gs pos="76000">
                      <a:srgbClr val="5C8CB8">
                        <a:alpha val="0"/>
                      </a:srgbClr>
                    </a:gs>
                  </a:gsLst>
                  <a:lin ang="5400000" scaled="1"/>
                </a:gradFill>
                <a:latin typeface="Times New Roman" panose="02020603050405020304" charset="0"/>
                <a:ea typeface="思源宋体 CN Heavy" panose="02020900000000000000" pitchFamily="18" charset="-122"/>
                <a:cs typeface="Times New Roman" panose="02020603050405020304" charset="0"/>
              </a:rPr>
              <a:t>PART   </a:t>
            </a:r>
            <a:endParaRPr lang="zh-CN" altLang="en-US" sz="12000" b="1" spc="300" noProof="1">
              <a:gradFill>
                <a:gsLst>
                  <a:gs pos="0">
                    <a:srgbClr val="5C8CB8">
                      <a:alpha val="40000"/>
                    </a:srgbClr>
                  </a:gs>
                  <a:gs pos="76000">
                    <a:srgbClr val="5C8CB8">
                      <a:alpha val="0"/>
                    </a:srgbClr>
                  </a:gs>
                </a:gsLst>
                <a:lin ang="5400000" scaled="1"/>
              </a:gradFill>
              <a:latin typeface="Times New Roman" panose="02020603050405020304" charset="0"/>
              <a:ea typeface="思源宋体 CN Heavy" panose="02020900000000000000" pitchFamily="18" charset="-122"/>
              <a:cs typeface="Times New Roman" panose="0202060305040502030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grpSp>
        <p:nvGrpSpPr>
          <p:cNvPr id="2" name="组合 7"/>
          <p:cNvGrpSpPr/>
          <p:nvPr userDrawn="1"/>
        </p:nvGrpSpPr>
        <p:grpSpPr bwMode="auto">
          <a:xfrm>
            <a:off x="10701338" y="0"/>
            <a:ext cx="766762" cy="766763"/>
            <a:chOff x="11522" y="1262"/>
            <a:chExt cx="1864" cy="1864"/>
          </a:xfrm>
        </p:grpSpPr>
        <p:sp>
          <p:nvSpPr>
            <p:cNvPr id="3" name="矩形 2"/>
            <p:cNvSpPr/>
            <p:nvPr userDrawn="1"/>
          </p:nvSpPr>
          <p:spPr>
            <a:xfrm>
              <a:off x="11522" y="1262"/>
              <a:ext cx="1864" cy="1864"/>
            </a:xfrm>
            <a:prstGeom prst="rect">
              <a:avLst/>
            </a:prstGeom>
            <a:solidFill>
              <a:srgbClr val="004EA2"/>
            </a:solidFill>
            <a:ln>
              <a:noFill/>
            </a:ln>
          </p:spPr>
          <p:style>
            <a:lnRef idx="2">
              <a:schemeClr val="accent1">
                <a:lumMod val="75000"/>
              </a:schemeClr>
            </a:lnRef>
            <a:fillRef idx="1">
              <a:schemeClr val="accent1"/>
            </a:fillRef>
            <a:effectRef idx="0">
              <a:srgbClr val="FFFFFF"/>
            </a:effectRef>
            <a:fontRef idx="minor">
              <a:schemeClr val="lt1"/>
            </a:fontRef>
          </p:style>
          <p:txBody>
            <a:bodyPr anchor="ctr"/>
            <a:lstStyle/>
            <a:p>
              <a:pPr algn="ctr" fontAlgn="auto"/>
              <a:endParaRPr lang="zh-CN" altLang="en-US" noProof="1"/>
            </a:p>
          </p:txBody>
        </p:sp>
        <p:pic>
          <p:nvPicPr>
            <p:cNvPr id="4" name="图片 10" descr="logo rgb反白-01"/>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750" y="1490"/>
              <a:ext cx="1408" cy="1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5" name="图片 3" descr="21543824"/>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279400" y="538163"/>
            <a:ext cx="450850"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p:cNvSpPr txBox="1"/>
          <p:nvPr userDrawn="1"/>
        </p:nvSpPr>
        <p:spPr>
          <a:xfrm>
            <a:off x="479425" y="538163"/>
            <a:ext cx="1390650" cy="444500"/>
          </a:xfrm>
          <a:prstGeom prst="rect">
            <a:avLst/>
          </a:prstGeom>
          <a:noFill/>
        </p:spPr>
        <p:txBody>
          <a:bodyPr/>
          <a:lstStyle>
            <a:defPPr>
              <a:defRPr lang="zh-CN"/>
            </a:defPPr>
            <a:lvl1pPr>
              <a:defRPr sz="15000">
                <a:gradFill flip="none" rotWithShape="1">
                  <a:gsLst>
                    <a:gs pos="23000">
                      <a:srgbClr val="C0DBD2"/>
                    </a:gs>
                    <a:gs pos="86239">
                      <a:srgbClr val="A6CFC9"/>
                    </a:gs>
                    <a:gs pos="47000">
                      <a:srgbClr val="7AA99E"/>
                    </a:gs>
                  </a:gsLst>
                  <a:lin ang="2700000" scaled="1"/>
                  <a:tileRect/>
                </a:gradFill>
                <a:latin typeface="Aa武道家" pitchFamily="18" charset="-122"/>
                <a:ea typeface="Aa武道家" pitchFamily="18" charset="-122"/>
              </a:defRPr>
            </a:lvl1pPr>
          </a:lstStyle>
          <a:p>
            <a:pPr fontAlgn="auto"/>
            <a:r>
              <a:rPr lang="en-US" altLang="zh-CN" sz="2200" b="1" kern="0" noProof="1">
                <a:solidFill>
                  <a:srgbClr val="004EA2"/>
                </a:solidFill>
                <a:latin typeface="微软雅黑" panose="020B0503020204020204" charset="-122"/>
                <a:ea typeface="微软雅黑" panose="020B0503020204020204" charset="-122"/>
                <a:sym typeface="Arial" panose="020B0604020202020204" pitchFamily="34" charset="0"/>
              </a:rPr>
              <a:t>Part </a:t>
            </a:r>
            <a:endParaRPr lang="en-US" altLang="zh-CN" sz="2200" b="1" kern="0" noProof="1">
              <a:solidFill>
                <a:srgbClr val="004EA2"/>
              </a:solidFill>
              <a:latin typeface="微软雅黑" panose="020B0503020204020204" charset="-122"/>
              <a:ea typeface="微软雅黑" panose="020B0503020204020204" charset="-122"/>
              <a:sym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5_标题幻灯片">
    <p:spTree>
      <p:nvGrpSpPr>
        <p:cNvPr id="1" name=""/>
        <p:cNvGrpSpPr/>
        <p:nvPr/>
      </p:nvGrpSpPr>
      <p:grpSpPr>
        <a:xfrm>
          <a:off x="0" y="0"/>
          <a:ext cx="0" cy="0"/>
          <a:chOff x="0" y="0"/>
          <a:chExt cx="0" cy="0"/>
        </a:xfrm>
      </p:grpSpPr>
      <p:pic>
        <p:nvPicPr>
          <p:cNvPr id="2" name="图片 1" descr="/Users/karenhan/Desktop/ppt定稿1210C无窗版_01.jpgppt定稿1210C无窗版_01"/>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 name="组合 2"/>
          <p:cNvGrpSpPr/>
          <p:nvPr userDrawn="1"/>
        </p:nvGrpSpPr>
        <p:grpSpPr bwMode="auto">
          <a:xfrm>
            <a:off x="10701338" y="0"/>
            <a:ext cx="766762" cy="766763"/>
            <a:chOff x="11522" y="1262"/>
            <a:chExt cx="1864" cy="1864"/>
          </a:xfrm>
        </p:grpSpPr>
        <p:sp>
          <p:nvSpPr>
            <p:cNvPr id="4" name="矩形 3"/>
            <p:cNvSpPr/>
            <p:nvPr userDrawn="1"/>
          </p:nvSpPr>
          <p:spPr>
            <a:xfrm>
              <a:off x="11522" y="1262"/>
              <a:ext cx="1864" cy="1864"/>
            </a:xfrm>
            <a:prstGeom prst="rect">
              <a:avLst/>
            </a:prstGeom>
            <a:solidFill>
              <a:srgbClr val="004EA2"/>
            </a:solidFill>
          </p:spPr>
          <p:style>
            <a:lnRef idx="2">
              <a:schemeClr val="accent1">
                <a:lumMod val="75000"/>
              </a:schemeClr>
            </a:lnRef>
            <a:fillRef idx="1">
              <a:schemeClr val="accent1"/>
            </a:fillRef>
            <a:effectRef idx="0">
              <a:srgbClr val="FFFFFF"/>
            </a:effectRef>
            <a:fontRef idx="minor">
              <a:schemeClr val="lt1"/>
            </a:fontRef>
          </p:style>
          <p:txBody>
            <a:bodyPr anchor="ctr"/>
            <a:lstStyle/>
            <a:p>
              <a:pPr algn="ctr" fontAlgn="auto"/>
              <a:endParaRPr lang="zh-CN" altLang="en-US" noProof="1"/>
            </a:p>
          </p:txBody>
        </p:sp>
        <p:pic>
          <p:nvPicPr>
            <p:cNvPr id="5" name="图片 5" descr="logo rgb反白-01"/>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1750" y="1490"/>
              <a:ext cx="1408" cy="1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pic>
        <p:nvPicPr>
          <p:cNvPr id="2" name="图片 2" descr="/Users/karenhan/Desktop/图片2.png图片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t="104" b="104"/>
          <a:stretch>
            <a:fillRect/>
          </a:stretch>
        </p:blipFill>
        <p:spPr bwMode="auto">
          <a:xfrm>
            <a:off x="0" y="-3175"/>
            <a:ext cx="12239625" cy="687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ARJ21">
    <p:bg bwMode="auto">
      <p:bgPr>
        <a:blipFill dpi="0" rotWithShape="0">
          <a:blip r:embed="rId2"/>
          <a:srcRect/>
          <a:stretch>
            <a:fillRect/>
          </a:stretch>
        </a:blipFill>
        <a:effectLst/>
      </p:bgPr>
    </p:bg>
    <p:spTree>
      <p:nvGrpSpPr>
        <p:cNvPr id="1" name=""/>
        <p:cNvGrpSpPr/>
        <p:nvPr/>
      </p:nvGrpSpPr>
      <p:grpSpPr>
        <a:xfrm>
          <a:off x="0" y="0"/>
          <a:ext cx="0" cy="0"/>
          <a:chOff x="0" y="0"/>
          <a:chExt cx="0" cy="0"/>
        </a:xfrm>
      </p:grpSpPr>
      <p:grpSp>
        <p:nvGrpSpPr>
          <p:cNvPr id="2" name="组合 4"/>
          <p:cNvGrpSpPr/>
          <p:nvPr userDrawn="1"/>
        </p:nvGrpSpPr>
        <p:grpSpPr bwMode="auto">
          <a:xfrm>
            <a:off x="10701338" y="0"/>
            <a:ext cx="766762" cy="766763"/>
            <a:chOff x="11522" y="1262"/>
            <a:chExt cx="1864" cy="1864"/>
          </a:xfrm>
        </p:grpSpPr>
        <p:sp>
          <p:nvSpPr>
            <p:cNvPr id="3" name="矩形 2"/>
            <p:cNvSpPr/>
            <p:nvPr userDrawn="1"/>
          </p:nvSpPr>
          <p:spPr>
            <a:xfrm>
              <a:off x="11522" y="1262"/>
              <a:ext cx="1864" cy="1864"/>
            </a:xfrm>
            <a:prstGeom prst="rect">
              <a:avLst/>
            </a:prstGeom>
            <a:solidFill>
              <a:srgbClr val="004EA2"/>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anchor="ctr"/>
            <a:lstStyle/>
            <a:p>
              <a:pPr algn="ctr" fontAlgn="auto"/>
              <a:endParaRPr lang="zh-CN" altLang="en-US" noProof="1"/>
            </a:p>
          </p:txBody>
        </p:sp>
        <p:pic>
          <p:nvPicPr>
            <p:cNvPr id="4" name="图片 3" descr="logo rgb反白-01"/>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1750" y="1490"/>
              <a:ext cx="1408" cy="1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lvl1pPr fontAlgn="auto">
              <a:defRPr noProof="1">
                <a:latin typeface="+mn-lt"/>
                <a:ea typeface="+mn-ea"/>
              </a:defRPr>
            </a:lvl1pPr>
          </a:lstStyle>
          <a:p>
            <a:fld id="{82F288E0-7875-42C4-84C8-98DBBD3BF4D2}" type="datetimeFigureOut">
              <a:rPr lang="zh-CN" altLang="en-US"/>
            </a:fld>
            <a:endParaRPr lang="zh-CN" altLang="en-US"/>
          </a:p>
        </p:txBody>
      </p:sp>
      <p:sp>
        <p:nvSpPr>
          <p:cNvPr id="3" name="页脚占位符 2"/>
          <p:cNvSpPr>
            <a:spLocks noGrp="1"/>
          </p:cNvSpPr>
          <p:nvPr>
            <p:ph type="ftr" sz="quarter" idx="11"/>
          </p:nvPr>
        </p:nvSpPr>
        <p:spPr>
          <a:xfrm>
            <a:off x="4038600" y="6356350"/>
            <a:ext cx="4114800" cy="365125"/>
          </a:xfrm>
        </p:spPr>
        <p:txBody>
          <a:bodyPr/>
          <a:lstStyle>
            <a:lvl1pPr fontAlgn="auto">
              <a:defRPr noProof="1"/>
            </a:lvl1p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lvl1pPr fontAlgn="auto">
              <a:defRPr noProof="1">
                <a:latin typeface="+mn-lt"/>
                <a:ea typeface="+mn-ea"/>
              </a:defRPr>
            </a:lvl1pPr>
          </a:lstStyle>
          <a:p>
            <a:fld id="{1B19DC46-A55F-4807-B639-907CFAC742A8}" type="slidenum">
              <a:rPr lang="zh-CN" altLang="en-US"/>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grpSp>
        <p:nvGrpSpPr>
          <p:cNvPr id="8" name="组合 7"/>
          <p:cNvGrpSpPr/>
          <p:nvPr userDrawn="1"/>
        </p:nvGrpSpPr>
        <p:grpSpPr>
          <a:xfrm>
            <a:off x="10701655" y="0"/>
            <a:ext cx="767080" cy="767080"/>
            <a:chOff x="11522" y="1262"/>
            <a:chExt cx="1864" cy="1864"/>
          </a:xfrm>
        </p:grpSpPr>
        <p:sp>
          <p:nvSpPr>
            <p:cNvPr id="10" name="矩形 9"/>
            <p:cNvSpPr/>
            <p:nvPr userDrawn="1"/>
          </p:nvSpPr>
          <p:spPr>
            <a:xfrm>
              <a:off x="11522" y="1262"/>
              <a:ext cx="1864" cy="1864"/>
            </a:xfrm>
            <a:prstGeom prst="rect">
              <a:avLst/>
            </a:prstGeom>
            <a:solidFill>
              <a:srgbClr val="004EA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11" name="图片 10" descr="logo rgb反白-01"/>
            <p:cNvPicPr>
              <a:picLocks noChangeAspect="1"/>
            </p:cNvPicPr>
            <p:nvPr userDrawn="1"/>
          </p:nvPicPr>
          <p:blipFill>
            <a:blip r:embed="rId2"/>
            <a:stretch>
              <a:fillRect/>
            </a:stretch>
          </p:blipFill>
          <p:spPr>
            <a:xfrm>
              <a:off x="11750" y="1490"/>
              <a:ext cx="1408" cy="1408"/>
            </a:xfrm>
            <a:prstGeom prst="rect">
              <a:avLst/>
            </a:prstGeom>
          </p:spPr>
        </p:pic>
      </p:grpSp>
      <p:pic>
        <p:nvPicPr>
          <p:cNvPr id="2" name="图片 1" descr="21543824"/>
          <p:cNvPicPr>
            <a:picLocks noChangeAspect="1"/>
          </p:cNvPicPr>
          <p:nvPr userDrawn="1"/>
        </p:nvPicPr>
        <p:blipFill>
          <a:blip r:embed="rId3"/>
          <a:stretch>
            <a:fillRect/>
          </a:stretch>
        </p:blipFill>
        <p:spPr>
          <a:xfrm>
            <a:off x="246380" y="322580"/>
            <a:ext cx="483235" cy="483235"/>
          </a:xfrm>
          <a:prstGeom prst="rect">
            <a:avLst/>
          </a:prstGeom>
        </p:spPr>
      </p:pic>
      <p:sp>
        <p:nvSpPr>
          <p:cNvPr id="4" name="矩形 3"/>
          <p:cNvSpPr/>
          <p:nvPr userDrawn="1"/>
        </p:nvSpPr>
        <p:spPr>
          <a:xfrm>
            <a:off x="590479" y="6493728"/>
            <a:ext cx="10420421"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lang="zh-CN" altLang="en-US" sz="800" b="0" dirty="0">
                <a:solidFill>
                  <a:schemeClr val="bg1">
                    <a:lumMod val="65000"/>
                  </a:schemeClr>
                </a:solidFill>
              </a:rPr>
              <a:t>声明： 本文件含有中国商用飞机有限责任公司的商业秘密，未经中国商用飞机有限责任公司批准，不可将本文件或其中部分复印或引用到其他文件中，用于制造或其他目的。</a:t>
            </a:r>
            <a:endParaRPr lang="en-US" altLang="zh-CN" sz="800" b="0" dirty="0">
              <a:solidFill>
                <a:schemeClr val="bg1">
                  <a:lumMod val="65000"/>
                </a:schemeClr>
              </a:solidFill>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lang="zh-CN" altLang="en-US" sz="800" b="0" dirty="0">
                <a:solidFill>
                  <a:schemeClr val="bg1">
                    <a:lumMod val="65000"/>
                  </a:schemeClr>
                </a:solidFill>
              </a:rPr>
              <a:t> </a:t>
            </a:r>
            <a:r>
              <a:rPr lang="en-US" altLang="zh-CN" sz="800" b="0" dirty="0">
                <a:solidFill>
                  <a:schemeClr val="bg1">
                    <a:lumMod val="65000"/>
                  </a:schemeClr>
                </a:solidFill>
              </a:rPr>
              <a:t>NOTICE</a:t>
            </a:r>
            <a:r>
              <a:rPr lang="zh-CN" altLang="en-US" sz="800" b="0" dirty="0">
                <a:solidFill>
                  <a:schemeClr val="bg1">
                    <a:lumMod val="65000"/>
                  </a:schemeClr>
                </a:solidFill>
              </a:rPr>
              <a:t>：</a:t>
            </a:r>
            <a:r>
              <a:rPr lang="en-US" altLang="zh-CN" sz="800" b="0" dirty="0">
                <a:solidFill>
                  <a:schemeClr val="bg1">
                    <a:lumMod val="65000"/>
                  </a:schemeClr>
                </a:solidFill>
              </a:rPr>
              <a:t>THE INFORMATION CONTAINED HEREIN IS PROPRIETARY TO COMAC AND SHALL NOT BE REPRODUCED OR DISCLOSED IN WHOLE OR IN PART OR USED FOR ANY PURPOSES EXCEPT AS SPECIFICALLY AUTHORIZED IN WRITING BY COMAC.</a:t>
            </a:r>
            <a:endParaRPr lang="en-US" altLang="zh-CN" sz="800" b="0" dirty="0">
              <a:solidFill>
                <a:schemeClr val="bg1">
                  <a:lumMod val="65000"/>
                </a:schemeClr>
              </a:solidFill>
            </a:endParaRPr>
          </a:p>
          <a:p>
            <a:pPr>
              <a:buFont typeface="Arial" panose="020B0604020202020204" pitchFamily="34" charset="0"/>
              <a:buNone/>
              <a:defRPr/>
            </a:pPr>
            <a:endParaRPr lang="en-US" altLang="zh-CN" sz="800" b="0" dirty="0">
              <a:solidFill>
                <a:schemeClr val="bg1">
                  <a:lumMod val="65000"/>
                </a:schemeClr>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a:xfrm>
            <a:off x="4116000" y="6314400"/>
            <a:ext cx="3960000" cy="316800"/>
          </a:xfrm>
        </p:spPr>
        <p:txBody>
          <a:bodyPr/>
          <a:lstStyle/>
          <a:p>
            <a:endParaRPr lang="zh-CN" altLang="en-US" dirty="0"/>
          </a:p>
        </p:txBody>
      </p:sp>
      <p:sp>
        <p:nvSpPr>
          <p:cNvPr id="5" name="灯片编号占位符 4"/>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
        <p:nvSpPr>
          <p:cNvPr id="6" name="标题 5"/>
          <p:cNvSpPr>
            <a:spLocks noGrp="1"/>
          </p:cNvSpPr>
          <p:nvPr>
            <p:ph type="title"/>
            <p:custDataLst>
              <p:tags r:id="rId5"/>
            </p:custDataLst>
          </p:nvPr>
        </p:nvSpPr>
        <p:spPr>
          <a:xfrm>
            <a:off x="608400" y="608400"/>
            <a:ext cx="10969200" cy="705600"/>
          </a:xfrm>
        </p:spPr>
        <p:txBody>
          <a:bodyPr/>
          <a:lstStyle>
            <a:lvl1pPr>
              <a:defRPr sz="3200"/>
            </a:lvl1pPr>
          </a:lstStyle>
          <a:p>
            <a:r>
              <a:rPr lang="zh-CN" altLang="en-US"/>
              <a:t>单击此处编辑母版标题样式</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7_标题幻灯片">
    <p:spTree>
      <p:nvGrpSpPr>
        <p:cNvPr id="1" name=""/>
        <p:cNvGrpSpPr/>
        <p:nvPr/>
      </p:nvGrpSpPr>
      <p:grpSpPr>
        <a:xfrm>
          <a:off x="0" y="0"/>
          <a:ext cx="0" cy="0"/>
          <a:chOff x="0" y="0"/>
          <a:chExt cx="0" cy="0"/>
        </a:xfrm>
      </p:grpSpPr>
      <p:pic>
        <p:nvPicPr>
          <p:cNvPr id="2" name="图片 2" descr="微信图片_20240509101245"/>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t="9189" b="6699"/>
          <a:stretch>
            <a:fillRect/>
          </a:stretch>
        </p:blipFill>
        <p:spPr bwMode="auto">
          <a:xfrm>
            <a:off x="-44450" y="0"/>
            <a:ext cx="12241213" cy="686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 name="组合 4"/>
          <p:cNvGrpSpPr/>
          <p:nvPr userDrawn="1"/>
        </p:nvGrpSpPr>
        <p:grpSpPr bwMode="auto">
          <a:xfrm>
            <a:off x="10701338" y="0"/>
            <a:ext cx="766762" cy="766763"/>
            <a:chOff x="16853" y="0"/>
            <a:chExt cx="1208" cy="1208"/>
          </a:xfrm>
        </p:grpSpPr>
        <p:sp>
          <p:nvSpPr>
            <p:cNvPr id="4" name="矩形 3"/>
            <p:cNvSpPr/>
            <p:nvPr userDrawn="1"/>
          </p:nvSpPr>
          <p:spPr>
            <a:xfrm>
              <a:off x="16853" y="0"/>
              <a:ext cx="1208" cy="1208"/>
            </a:xfrm>
            <a:prstGeom prst="rect">
              <a:avLst/>
            </a:prstGeom>
            <a:solidFill>
              <a:schemeClr val="accent6">
                <a:lumMod val="75000"/>
              </a:schemeClr>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anchor="ctr"/>
            <a:lstStyle/>
            <a:p>
              <a:pPr algn="ctr" fontAlgn="auto"/>
              <a:endParaRPr lang="zh-CN" altLang="en-US" sz="1800" noProof="1"/>
            </a:p>
          </p:txBody>
        </p:sp>
        <p:pic>
          <p:nvPicPr>
            <p:cNvPr id="5" name="图片 6" descr="商飞总部logo-02"/>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7001" y="192"/>
              <a:ext cx="948" cy="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pic>
        <p:nvPicPr>
          <p:cNvPr id="2" name="图片 4"/>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7938"/>
            <a:ext cx="12239625" cy="687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 name="组合 1"/>
          <p:cNvGrpSpPr/>
          <p:nvPr userDrawn="1"/>
        </p:nvGrpSpPr>
        <p:grpSpPr bwMode="auto">
          <a:xfrm>
            <a:off x="10701338" y="0"/>
            <a:ext cx="766762" cy="766763"/>
            <a:chOff x="11522" y="1262"/>
            <a:chExt cx="1864" cy="1864"/>
          </a:xfrm>
        </p:grpSpPr>
        <p:sp>
          <p:nvSpPr>
            <p:cNvPr id="4" name="矩形 3"/>
            <p:cNvSpPr/>
            <p:nvPr userDrawn="1">
              <p:custDataLst>
                <p:tags r:id="rId3"/>
              </p:custDataLst>
            </p:nvPr>
          </p:nvSpPr>
          <p:spPr>
            <a:xfrm>
              <a:off x="11522" y="1262"/>
              <a:ext cx="1864" cy="1864"/>
            </a:xfrm>
            <a:prstGeom prst="rect">
              <a:avLst/>
            </a:prstGeom>
            <a:solidFill>
              <a:srgbClr val="004EA2"/>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anchor="ctr"/>
            <a:lstStyle/>
            <a:p>
              <a:pPr algn="ctr" fontAlgn="auto"/>
              <a:endParaRPr lang="zh-CN" altLang="en-US" sz="1800" noProof="1"/>
            </a:p>
          </p:txBody>
        </p:sp>
        <p:pic>
          <p:nvPicPr>
            <p:cNvPr id="5" name="图片 7" descr="logo rgb反白-01"/>
            <p:cNvPicPr>
              <a:picLocks noChangeAspect="1" noChangeArrowheads="1"/>
            </p:cNvPicPr>
            <p:nvPr userDrawn="1">
              <p:custDataLst>
                <p:tags r:id="rId4"/>
              </p:custDataLst>
            </p:nvPr>
          </p:nvPicPr>
          <p:blipFill>
            <a:blip r:embed="rId5" cstate="print">
              <a:extLst>
                <a:ext uri="{28A0092B-C50C-407E-A947-70E740481C1C}">
                  <a14:useLocalDpi xmlns:a14="http://schemas.microsoft.com/office/drawing/2010/main" val="0"/>
                </a:ext>
              </a:extLst>
            </a:blip>
            <a:srcRect/>
            <a:stretch>
              <a:fillRect/>
            </a:stretch>
          </p:blipFill>
          <p:spPr bwMode="auto">
            <a:xfrm>
              <a:off x="11750" y="1490"/>
              <a:ext cx="1408" cy="1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6" name="文本框 5"/>
          <p:cNvSpPr txBox="1"/>
          <p:nvPr>
            <p:custDataLst>
              <p:tags r:id="rId6"/>
            </p:custDataLst>
          </p:nvPr>
        </p:nvSpPr>
        <p:spPr>
          <a:xfrm>
            <a:off x="1379220" y="791210"/>
            <a:ext cx="10466070" cy="2353945"/>
          </a:xfrm>
          <a:prstGeom prst="rect">
            <a:avLst/>
          </a:prstGeom>
          <a:noFill/>
        </p:spPr>
        <p:txBody>
          <a:bodyPr>
            <a:spAutoFit/>
          </a:bodyPr>
          <a:lstStyle/>
          <a:p>
            <a:pPr fontAlgn="auto">
              <a:lnSpc>
                <a:spcPct val="85000"/>
              </a:lnSpc>
            </a:pPr>
            <a:r>
              <a:rPr lang="en-US" altLang="zh-CN" sz="17300" b="1" spc="300" noProof="1">
                <a:gradFill>
                  <a:gsLst>
                    <a:gs pos="0">
                      <a:srgbClr val="5C8CB8">
                        <a:alpha val="40000"/>
                      </a:srgbClr>
                    </a:gs>
                    <a:gs pos="76000">
                      <a:srgbClr val="5C8CB8">
                        <a:alpha val="0"/>
                      </a:srgbClr>
                    </a:gs>
                  </a:gsLst>
                  <a:lin ang="5400000" scaled="1"/>
                </a:gradFill>
                <a:latin typeface="Times New Roman" panose="02020603050405020304" charset="0"/>
                <a:ea typeface="思源宋体 CN Heavy" panose="02020900000000000000" pitchFamily="18" charset="-122"/>
                <a:cs typeface="Times New Roman" panose="02020603050405020304" charset="0"/>
              </a:rPr>
              <a:t>PART   </a:t>
            </a:r>
            <a:endParaRPr lang="zh-CN" altLang="en-US" sz="12000" b="1" spc="300" noProof="1">
              <a:gradFill>
                <a:gsLst>
                  <a:gs pos="0">
                    <a:srgbClr val="5C8CB8">
                      <a:alpha val="40000"/>
                    </a:srgbClr>
                  </a:gs>
                  <a:gs pos="76000">
                    <a:srgbClr val="5C8CB8">
                      <a:alpha val="0"/>
                    </a:srgbClr>
                  </a:gs>
                </a:gsLst>
                <a:lin ang="5400000" scaled="1"/>
              </a:gradFill>
              <a:latin typeface="Times New Roman" panose="02020603050405020304" charset="0"/>
              <a:ea typeface="思源宋体 CN Heavy" panose="02020900000000000000" pitchFamily="18" charset="-122"/>
              <a:cs typeface="Times New Roman" panose="0202060305040502030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grpSp>
        <p:nvGrpSpPr>
          <p:cNvPr id="2" name="组合 7"/>
          <p:cNvGrpSpPr/>
          <p:nvPr userDrawn="1"/>
        </p:nvGrpSpPr>
        <p:grpSpPr bwMode="auto">
          <a:xfrm>
            <a:off x="10701338" y="0"/>
            <a:ext cx="766762" cy="766763"/>
            <a:chOff x="11522" y="1262"/>
            <a:chExt cx="1864" cy="1864"/>
          </a:xfrm>
        </p:grpSpPr>
        <p:sp>
          <p:nvSpPr>
            <p:cNvPr id="3" name="矩形 2"/>
            <p:cNvSpPr/>
            <p:nvPr userDrawn="1"/>
          </p:nvSpPr>
          <p:spPr>
            <a:xfrm>
              <a:off x="11522" y="1262"/>
              <a:ext cx="1864" cy="1864"/>
            </a:xfrm>
            <a:prstGeom prst="rect">
              <a:avLst/>
            </a:prstGeom>
            <a:solidFill>
              <a:srgbClr val="004EA2"/>
            </a:solidFill>
            <a:ln>
              <a:noFill/>
            </a:ln>
          </p:spPr>
          <p:style>
            <a:lnRef idx="2">
              <a:schemeClr val="accent1">
                <a:lumMod val="75000"/>
              </a:schemeClr>
            </a:lnRef>
            <a:fillRef idx="1">
              <a:schemeClr val="accent1"/>
            </a:fillRef>
            <a:effectRef idx="0">
              <a:srgbClr val="FFFFFF"/>
            </a:effectRef>
            <a:fontRef idx="minor">
              <a:schemeClr val="lt1"/>
            </a:fontRef>
          </p:style>
          <p:txBody>
            <a:bodyPr anchor="ctr"/>
            <a:lstStyle/>
            <a:p>
              <a:pPr algn="ctr" fontAlgn="auto"/>
              <a:endParaRPr lang="zh-CN" altLang="en-US" sz="1800" noProof="1"/>
            </a:p>
          </p:txBody>
        </p:sp>
        <p:pic>
          <p:nvPicPr>
            <p:cNvPr id="4" name="图片 10" descr="logo rgb反白-01"/>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750" y="1490"/>
              <a:ext cx="1408" cy="1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5" name="图片 3" descr="21543824"/>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279400" y="538163"/>
            <a:ext cx="450850"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p:cNvSpPr txBox="1"/>
          <p:nvPr userDrawn="1"/>
        </p:nvSpPr>
        <p:spPr>
          <a:xfrm>
            <a:off x="479425" y="538163"/>
            <a:ext cx="1390650" cy="444500"/>
          </a:xfrm>
          <a:prstGeom prst="rect">
            <a:avLst/>
          </a:prstGeom>
          <a:noFill/>
        </p:spPr>
        <p:txBody>
          <a:bodyPr/>
          <a:lstStyle>
            <a:defPPr>
              <a:defRPr lang="zh-CN"/>
            </a:defPPr>
            <a:lvl1pPr>
              <a:defRPr sz="15000">
                <a:gradFill flip="none" rotWithShape="1">
                  <a:gsLst>
                    <a:gs pos="23000">
                      <a:srgbClr val="C0DBD2"/>
                    </a:gs>
                    <a:gs pos="86239">
                      <a:srgbClr val="A6CFC9"/>
                    </a:gs>
                    <a:gs pos="47000">
                      <a:srgbClr val="7AA99E"/>
                    </a:gs>
                  </a:gsLst>
                  <a:lin ang="2700000" scaled="1"/>
                  <a:tileRect/>
                </a:gradFill>
                <a:latin typeface="Aa武道家" pitchFamily="18" charset="-122"/>
                <a:ea typeface="Aa武道家" pitchFamily="18" charset="-122"/>
              </a:defRPr>
            </a:lvl1pPr>
          </a:lstStyle>
          <a:p>
            <a:pPr fontAlgn="auto"/>
            <a:r>
              <a:rPr lang="en-US" altLang="zh-CN" sz="2200" b="1" kern="0" noProof="1">
                <a:solidFill>
                  <a:srgbClr val="004EA2"/>
                </a:solidFill>
                <a:latin typeface="微软雅黑" panose="020B0503020204020204" charset="-122"/>
                <a:ea typeface="微软雅黑" panose="020B0503020204020204" charset="-122"/>
                <a:sym typeface="Arial" panose="020B0604020202020204" pitchFamily="34" charset="0"/>
              </a:rPr>
              <a:t>Part </a:t>
            </a:r>
            <a:endParaRPr lang="en-US" altLang="zh-CN" sz="2200" b="1" kern="0" noProof="1">
              <a:solidFill>
                <a:srgbClr val="004EA2"/>
              </a:solidFill>
              <a:latin typeface="微软雅黑" panose="020B0503020204020204" charset="-122"/>
              <a:ea typeface="微软雅黑" panose="020B0503020204020204" charset="-122"/>
              <a:sym typeface="Arial" panose="020B060402020202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_标题幻灯片">
    <p:spTree>
      <p:nvGrpSpPr>
        <p:cNvPr id="1" name=""/>
        <p:cNvGrpSpPr/>
        <p:nvPr/>
      </p:nvGrpSpPr>
      <p:grpSpPr>
        <a:xfrm>
          <a:off x="0" y="0"/>
          <a:ext cx="0" cy="0"/>
          <a:chOff x="0" y="0"/>
          <a:chExt cx="0" cy="0"/>
        </a:xfrm>
      </p:grpSpPr>
      <p:pic>
        <p:nvPicPr>
          <p:cNvPr id="2" name="图片 1" descr="/Users/karenhan/Desktop/ppt定稿1210C无窗版_01.jpgppt定稿1210C无窗版_01"/>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 name="组合 2"/>
          <p:cNvGrpSpPr/>
          <p:nvPr userDrawn="1"/>
        </p:nvGrpSpPr>
        <p:grpSpPr bwMode="auto">
          <a:xfrm>
            <a:off x="10701338" y="0"/>
            <a:ext cx="766762" cy="766763"/>
            <a:chOff x="11522" y="1262"/>
            <a:chExt cx="1864" cy="1864"/>
          </a:xfrm>
        </p:grpSpPr>
        <p:sp>
          <p:nvSpPr>
            <p:cNvPr id="4" name="矩形 3"/>
            <p:cNvSpPr/>
            <p:nvPr userDrawn="1"/>
          </p:nvSpPr>
          <p:spPr>
            <a:xfrm>
              <a:off x="11522" y="1262"/>
              <a:ext cx="1864" cy="1864"/>
            </a:xfrm>
            <a:prstGeom prst="rect">
              <a:avLst/>
            </a:prstGeom>
            <a:solidFill>
              <a:srgbClr val="004EA2"/>
            </a:solidFill>
          </p:spPr>
          <p:style>
            <a:lnRef idx="2">
              <a:schemeClr val="accent1">
                <a:lumMod val="75000"/>
              </a:schemeClr>
            </a:lnRef>
            <a:fillRef idx="1">
              <a:schemeClr val="accent1"/>
            </a:fillRef>
            <a:effectRef idx="0">
              <a:srgbClr val="FFFFFF"/>
            </a:effectRef>
            <a:fontRef idx="minor">
              <a:schemeClr val="lt1"/>
            </a:fontRef>
          </p:style>
          <p:txBody>
            <a:bodyPr anchor="ctr"/>
            <a:lstStyle/>
            <a:p>
              <a:pPr algn="ctr" fontAlgn="auto"/>
              <a:endParaRPr lang="zh-CN" altLang="en-US" sz="1800" noProof="1"/>
            </a:p>
          </p:txBody>
        </p:sp>
        <p:pic>
          <p:nvPicPr>
            <p:cNvPr id="5" name="图片 5" descr="logo rgb反白-01"/>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1750" y="1490"/>
              <a:ext cx="1408" cy="1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pic>
        <p:nvPicPr>
          <p:cNvPr id="2" name="图片 2" descr="/Users/karenhan/Desktop/图片2.png图片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t="104" b="104"/>
          <a:stretch>
            <a:fillRect/>
          </a:stretch>
        </p:blipFill>
        <p:spPr bwMode="auto">
          <a:xfrm>
            <a:off x="0" y="-3175"/>
            <a:ext cx="12239625" cy="687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ARJ21">
    <p:bg bwMode="auto">
      <p:bgPr>
        <a:blipFill dpi="0" rotWithShape="0">
          <a:blip r:embed="rId2"/>
          <a:srcRect/>
          <a:stretch>
            <a:fillRect/>
          </a:stretch>
        </a:blipFill>
        <a:effectLst/>
      </p:bgPr>
    </p:bg>
    <p:spTree>
      <p:nvGrpSpPr>
        <p:cNvPr id="1" name=""/>
        <p:cNvGrpSpPr/>
        <p:nvPr/>
      </p:nvGrpSpPr>
      <p:grpSpPr>
        <a:xfrm>
          <a:off x="0" y="0"/>
          <a:ext cx="0" cy="0"/>
          <a:chOff x="0" y="0"/>
          <a:chExt cx="0" cy="0"/>
        </a:xfrm>
      </p:grpSpPr>
      <p:grpSp>
        <p:nvGrpSpPr>
          <p:cNvPr id="2" name="组合 4"/>
          <p:cNvGrpSpPr/>
          <p:nvPr userDrawn="1"/>
        </p:nvGrpSpPr>
        <p:grpSpPr bwMode="auto">
          <a:xfrm>
            <a:off x="10701338" y="0"/>
            <a:ext cx="766762" cy="766763"/>
            <a:chOff x="11522" y="1262"/>
            <a:chExt cx="1864" cy="1864"/>
          </a:xfrm>
        </p:grpSpPr>
        <p:sp>
          <p:nvSpPr>
            <p:cNvPr id="3" name="矩形 2"/>
            <p:cNvSpPr/>
            <p:nvPr userDrawn="1"/>
          </p:nvSpPr>
          <p:spPr>
            <a:xfrm>
              <a:off x="11522" y="1262"/>
              <a:ext cx="1864" cy="1864"/>
            </a:xfrm>
            <a:prstGeom prst="rect">
              <a:avLst/>
            </a:prstGeom>
            <a:solidFill>
              <a:srgbClr val="004EA2"/>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anchor="ctr"/>
            <a:lstStyle/>
            <a:p>
              <a:pPr algn="ctr" fontAlgn="auto"/>
              <a:endParaRPr lang="zh-CN" altLang="en-US" sz="1800" noProof="1"/>
            </a:p>
          </p:txBody>
        </p:sp>
        <p:pic>
          <p:nvPicPr>
            <p:cNvPr id="4" name="图片 3" descr="logo rgb反白-01"/>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1750" y="1490"/>
              <a:ext cx="1408" cy="1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lvl1pPr fontAlgn="auto">
              <a:defRPr noProof="1">
                <a:latin typeface="+mn-lt"/>
                <a:ea typeface="+mn-ea"/>
              </a:defRPr>
            </a:lvl1pPr>
          </a:lstStyle>
          <a:p>
            <a:fld id="{82F288E0-7875-42C4-84C8-98DBBD3BF4D2}" type="datetimeFigureOut">
              <a:rPr lang="zh-CN" altLang="en-US"/>
            </a:fld>
            <a:endParaRPr lang="zh-CN" altLang="en-US"/>
          </a:p>
        </p:txBody>
      </p:sp>
      <p:sp>
        <p:nvSpPr>
          <p:cNvPr id="3" name="页脚占位符 2"/>
          <p:cNvSpPr>
            <a:spLocks noGrp="1"/>
          </p:cNvSpPr>
          <p:nvPr>
            <p:ph type="ftr" sz="quarter" idx="11"/>
          </p:nvPr>
        </p:nvSpPr>
        <p:spPr>
          <a:xfrm>
            <a:off x="4038600" y="6356350"/>
            <a:ext cx="4114800" cy="365125"/>
          </a:xfrm>
        </p:spPr>
        <p:txBody>
          <a:bodyPr/>
          <a:lstStyle>
            <a:lvl1pPr fontAlgn="auto">
              <a:defRPr noProof="1"/>
            </a:lvl1p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lvl1pPr fontAlgn="auto">
              <a:defRPr noProof="1">
                <a:latin typeface="+mn-lt"/>
                <a:ea typeface="+mn-ea"/>
              </a:defRPr>
            </a:lvl1pPr>
          </a:lstStyle>
          <a:p>
            <a:fld id="{1B19DC46-A55F-4807-B639-907CFAC742A8}" type="slidenum">
              <a:rPr lang="zh-CN" altLang="en-US"/>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grpSp>
        <p:nvGrpSpPr>
          <p:cNvPr id="8" name="组合 7"/>
          <p:cNvGrpSpPr/>
          <p:nvPr userDrawn="1"/>
        </p:nvGrpSpPr>
        <p:grpSpPr>
          <a:xfrm>
            <a:off x="10701655" y="0"/>
            <a:ext cx="767080" cy="767080"/>
            <a:chOff x="11522" y="1262"/>
            <a:chExt cx="1864" cy="1864"/>
          </a:xfrm>
        </p:grpSpPr>
        <p:sp>
          <p:nvSpPr>
            <p:cNvPr id="10" name="矩形 9"/>
            <p:cNvSpPr/>
            <p:nvPr userDrawn="1"/>
          </p:nvSpPr>
          <p:spPr>
            <a:xfrm>
              <a:off x="11522" y="1262"/>
              <a:ext cx="1864" cy="1864"/>
            </a:xfrm>
            <a:prstGeom prst="rect">
              <a:avLst/>
            </a:prstGeom>
            <a:solidFill>
              <a:srgbClr val="004EA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800"/>
            </a:p>
          </p:txBody>
        </p:sp>
        <p:pic>
          <p:nvPicPr>
            <p:cNvPr id="11" name="图片 10" descr="logo rgb反白-01"/>
            <p:cNvPicPr>
              <a:picLocks noChangeAspect="1"/>
            </p:cNvPicPr>
            <p:nvPr userDrawn="1"/>
          </p:nvPicPr>
          <p:blipFill>
            <a:blip r:embed="rId2"/>
            <a:stretch>
              <a:fillRect/>
            </a:stretch>
          </p:blipFill>
          <p:spPr>
            <a:xfrm>
              <a:off x="11750" y="1490"/>
              <a:ext cx="1408" cy="1408"/>
            </a:xfrm>
            <a:prstGeom prst="rect">
              <a:avLst/>
            </a:prstGeom>
          </p:spPr>
        </p:pic>
      </p:grpSp>
      <p:pic>
        <p:nvPicPr>
          <p:cNvPr id="2" name="图片 1" descr="21543824"/>
          <p:cNvPicPr>
            <a:picLocks noChangeAspect="1"/>
          </p:cNvPicPr>
          <p:nvPr userDrawn="1"/>
        </p:nvPicPr>
        <p:blipFill>
          <a:blip r:embed="rId3"/>
          <a:stretch>
            <a:fillRect/>
          </a:stretch>
        </p:blipFill>
        <p:spPr>
          <a:xfrm>
            <a:off x="246380" y="322580"/>
            <a:ext cx="483235" cy="483235"/>
          </a:xfrm>
          <a:prstGeom prst="rect">
            <a:avLst/>
          </a:prstGeom>
        </p:spPr>
      </p:pic>
      <p:sp>
        <p:nvSpPr>
          <p:cNvPr id="4" name="矩形 3"/>
          <p:cNvSpPr/>
          <p:nvPr userDrawn="1"/>
        </p:nvSpPr>
        <p:spPr>
          <a:xfrm>
            <a:off x="590479" y="6493728"/>
            <a:ext cx="10420421"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lang="zh-CN" altLang="en-US" sz="800" b="0" dirty="0">
                <a:solidFill>
                  <a:schemeClr val="bg1">
                    <a:lumMod val="65000"/>
                  </a:schemeClr>
                </a:solidFill>
              </a:rPr>
              <a:t>声明： 本文件含有中国商用飞机有限责任公司的商业秘密，未经中国商用飞机有限责任公司批准，不可将本文件或其中部分复印或引用到其他文件中，用于制造或其他目的。</a:t>
            </a:r>
            <a:endParaRPr lang="en-US" altLang="zh-CN" sz="800" b="0" dirty="0">
              <a:solidFill>
                <a:schemeClr val="bg1">
                  <a:lumMod val="65000"/>
                </a:schemeClr>
              </a:solidFill>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defRPr/>
            </a:pPr>
            <a:r>
              <a:rPr lang="zh-CN" altLang="en-US" sz="800" b="0" dirty="0">
                <a:solidFill>
                  <a:schemeClr val="bg1">
                    <a:lumMod val="65000"/>
                  </a:schemeClr>
                </a:solidFill>
              </a:rPr>
              <a:t> </a:t>
            </a:r>
            <a:r>
              <a:rPr lang="en-US" altLang="zh-CN" sz="800" b="0" dirty="0">
                <a:solidFill>
                  <a:schemeClr val="bg1">
                    <a:lumMod val="65000"/>
                  </a:schemeClr>
                </a:solidFill>
              </a:rPr>
              <a:t>NOTICE</a:t>
            </a:r>
            <a:r>
              <a:rPr lang="zh-CN" altLang="en-US" sz="800" b="0" dirty="0">
                <a:solidFill>
                  <a:schemeClr val="bg1">
                    <a:lumMod val="65000"/>
                  </a:schemeClr>
                </a:solidFill>
              </a:rPr>
              <a:t>：</a:t>
            </a:r>
            <a:r>
              <a:rPr lang="en-US" altLang="zh-CN" sz="800" b="0" dirty="0">
                <a:solidFill>
                  <a:schemeClr val="bg1">
                    <a:lumMod val="65000"/>
                  </a:schemeClr>
                </a:solidFill>
              </a:rPr>
              <a:t>THE INFORMATION CONTAINED HEREIN IS PROPRIETARY TO COMAC AND SHALL NOT BE REPRODUCED OR DISCLOSED IN WHOLE OR IN PART OR USED FOR ANY PURPOSES EXCEPT AS SPECIFICALLY AUTHORIZED IN WRITING BY COMAC.</a:t>
            </a:r>
            <a:endParaRPr lang="en-US" altLang="zh-CN" sz="800" b="0" dirty="0">
              <a:solidFill>
                <a:schemeClr val="bg1">
                  <a:lumMod val="65000"/>
                </a:schemeClr>
              </a:solidFill>
            </a:endParaRPr>
          </a:p>
          <a:p>
            <a:pPr>
              <a:buFont typeface="Arial" panose="020B0604020202020204" pitchFamily="34" charset="0"/>
              <a:buNone/>
              <a:defRPr/>
            </a:pPr>
            <a:endParaRPr lang="en-US" altLang="zh-CN" sz="800" b="0" dirty="0">
              <a:solidFill>
                <a:schemeClr val="bg1">
                  <a:lumMod val="65000"/>
                </a:schemeClr>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a:xfrm>
            <a:off x="4116000" y="6314400"/>
            <a:ext cx="3960000" cy="316800"/>
          </a:xfrm>
        </p:spPr>
        <p:txBody>
          <a:bodyPr/>
          <a:lstStyle/>
          <a:p>
            <a:endParaRPr lang="zh-CN" altLang="en-US" dirty="0"/>
          </a:p>
        </p:txBody>
      </p:sp>
      <p:sp>
        <p:nvSpPr>
          <p:cNvPr id="5" name="灯片编号占位符 4"/>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
        <p:nvSpPr>
          <p:cNvPr id="6" name="标题 5"/>
          <p:cNvSpPr>
            <a:spLocks noGrp="1"/>
          </p:cNvSpPr>
          <p:nvPr>
            <p:ph type="title"/>
            <p:custDataLst>
              <p:tags r:id="rId5"/>
            </p:custDataLst>
          </p:nvPr>
        </p:nvSpPr>
        <p:spPr>
          <a:xfrm>
            <a:off x="608400" y="608400"/>
            <a:ext cx="10969200" cy="705600"/>
          </a:xfrm>
        </p:spPr>
        <p:txBody>
          <a:bodyPr/>
          <a:lstStyle>
            <a:lvl1pPr>
              <a:defRPr sz="3200"/>
            </a:lvl1pPr>
          </a:lstStyle>
          <a:p>
            <a:r>
              <a:rPr lang="zh-CN" altLang="en-US"/>
              <a:t>单击此处编辑母版标题样式</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8.xml"/><Relationship Id="rId8" Type="http://schemas.openxmlformats.org/officeDocument/2006/relationships/slideLayout" Target="../slideLayouts/slideLayout17.xml"/><Relationship Id="rId7" Type="http://schemas.openxmlformats.org/officeDocument/2006/relationships/slideLayout" Target="../slideLayouts/slideLayout16.xml"/><Relationship Id="rId6" Type="http://schemas.openxmlformats.org/officeDocument/2006/relationships/slideLayout" Target="../slideLayouts/slideLayout15.xml"/><Relationship Id="rId5" Type="http://schemas.openxmlformats.org/officeDocument/2006/relationships/slideLayout" Target="../slideLayouts/slideLayout14.xml"/><Relationship Id="rId4" Type="http://schemas.openxmlformats.org/officeDocument/2006/relationships/slideLayout" Target="../slideLayouts/slideLayout13.xml"/><Relationship Id="rId3" Type="http://schemas.openxmlformats.org/officeDocument/2006/relationships/slideLayout" Target="../slideLayouts/slideLayout12.xml"/><Relationship Id="rId2" Type="http://schemas.openxmlformats.org/officeDocument/2006/relationships/slideLayout" Target="../slideLayouts/slideLayout11.xml"/><Relationship Id="rId10" Type="http://schemas.openxmlformats.org/officeDocument/2006/relationships/theme" Target="../theme/theme2.xml"/><Relationship Id="rId1"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l" rtl="0" fontAlgn="base">
        <a:lnSpc>
          <a:spcPct val="90000"/>
        </a:lnSpc>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l" rtl="0" fontAlgn="base">
        <a:lnSpc>
          <a:spcPct val="90000"/>
        </a:lnSpc>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l" rtl="0" fontAlgn="base">
        <a:lnSpc>
          <a:spcPct val="90000"/>
        </a:lnSpc>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l" rtl="0" fontAlgn="base">
        <a:lnSpc>
          <a:spcPct val="90000"/>
        </a:lnSpc>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l" rtl="0" fontAlgn="base">
        <a:lnSpc>
          <a:spcPct val="90000"/>
        </a:lnSpc>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l" rtl="0" fontAlgn="base">
        <a:lnSpc>
          <a:spcPct val="90000"/>
        </a:lnSpc>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l" rtl="0" fontAlgn="base">
        <a:lnSpc>
          <a:spcPct val="90000"/>
        </a:lnSpc>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Ls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l" rtl="0" fontAlgn="base">
        <a:lnSpc>
          <a:spcPct val="90000"/>
        </a:lnSpc>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l" rtl="0" fontAlgn="base">
        <a:lnSpc>
          <a:spcPct val="90000"/>
        </a:lnSpc>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l" rtl="0" fontAlgn="base">
        <a:lnSpc>
          <a:spcPct val="90000"/>
        </a:lnSpc>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l" rtl="0" fontAlgn="base">
        <a:lnSpc>
          <a:spcPct val="90000"/>
        </a:lnSpc>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l" rtl="0" fontAlgn="base">
        <a:lnSpc>
          <a:spcPct val="90000"/>
        </a:lnSpc>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l" rtl="0" fontAlgn="base">
        <a:lnSpc>
          <a:spcPct val="90000"/>
        </a:lnSpc>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l" rtl="0" fontAlgn="base">
        <a:lnSpc>
          <a:spcPct val="90000"/>
        </a:lnSpc>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slideLayout" Target="../slideLayouts/slideLayout4.xml"/><Relationship Id="rId8" Type="http://schemas.openxmlformats.org/officeDocument/2006/relationships/tags" Target="../tags/tag22.xml"/><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tags" Target="../tags/tag15.xml"/></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3.xml"/><Relationship Id="rId2" Type="http://schemas.openxmlformats.org/officeDocument/2006/relationships/image" Target="../media/image12.png"/><Relationship Id="rId1" Type="http://schemas.openxmlformats.org/officeDocument/2006/relationships/image" Target="../media/image1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image" Target="../media/image14.png"/><Relationship Id="rId1" Type="http://schemas.openxmlformats.org/officeDocument/2006/relationships/image" Target="../media/image13.png"/></Relationships>
</file>

<file path=ppt/slides/_rels/slide5.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3.xml"/><Relationship Id="rId5" Type="http://schemas.openxmlformats.org/officeDocument/2006/relationships/image" Target="../media/image17.png"/><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tags" Target="../tags/tag26.xml"/><Relationship Id="rId1" Type="http://schemas.openxmlformats.org/officeDocument/2006/relationships/tags" Target="../tags/tag25.xml"/></Relationships>
</file>

<file path=ppt/slides/_rels/slide6.xml.rels><?xml version="1.0" encoding="UTF-8" standalone="yes"?>
<Relationships xmlns="http://schemas.openxmlformats.org/package/2006/relationships"><Relationship Id="rId9" Type="http://schemas.openxmlformats.org/officeDocument/2006/relationships/tags" Target="../tags/tag33.xml"/><Relationship Id="rId8" Type="http://schemas.openxmlformats.org/officeDocument/2006/relationships/tags" Target="../tags/tag32.xml"/><Relationship Id="rId7" Type="http://schemas.openxmlformats.org/officeDocument/2006/relationships/tags" Target="../tags/tag31.xml"/><Relationship Id="rId6" Type="http://schemas.openxmlformats.org/officeDocument/2006/relationships/tags" Target="../tags/tag30.xml"/><Relationship Id="rId5" Type="http://schemas.openxmlformats.org/officeDocument/2006/relationships/tags" Target="../tags/tag29.xml"/><Relationship Id="rId4" Type="http://schemas.openxmlformats.org/officeDocument/2006/relationships/image" Target="../media/image15.png"/><Relationship Id="rId3" Type="http://schemas.openxmlformats.org/officeDocument/2006/relationships/tags" Target="../tags/tag28.xml"/><Relationship Id="rId2" Type="http://schemas.openxmlformats.org/officeDocument/2006/relationships/tags" Target="../tags/tag27.xml"/><Relationship Id="rId13" Type="http://schemas.openxmlformats.org/officeDocument/2006/relationships/notesSlide" Target="../notesSlides/notesSlide5.xml"/><Relationship Id="rId12" Type="http://schemas.openxmlformats.org/officeDocument/2006/relationships/slideLayout" Target="../slideLayouts/slideLayout3.xml"/><Relationship Id="rId11" Type="http://schemas.openxmlformats.org/officeDocument/2006/relationships/tags" Target="../tags/tag35.xml"/><Relationship Id="rId10" Type="http://schemas.openxmlformats.org/officeDocument/2006/relationships/tags" Target="../tags/tag34.xml"/><Relationship Id="rId1" Type="http://schemas.openxmlformats.org/officeDocument/2006/relationships/image" Target="../media/image18.png"/></Relationships>
</file>

<file path=ppt/slides/_rels/slide7.xml.rels><?xml version="1.0" encoding="UTF-8" standalone="yes"?>
<Relationships xmlns="http://schemas.openxmlformats.org/package/2006/relationships"><Relationship Id="rId9" Type="http://schemas.openxmlformats.org/officeDocument/2006/relationships/tags" Target="../tags/tag42.xml"/><Relationship Id="rId8" Type="http://schemas.openxmlformats.org/officeDocument/2006/relationships/tags" Target="../tags/tag41.xml"/><Relationship Id="rId7" Type="http://schemas.openxmlformats.org/officeDocument/2006/relationships/tags" Target="../tags/tag40.xml"/><Relationship Id="rId6" Type="http://schemas.openxmlformats.org/officeDocument/2006/relationships/tags" Target="../tags/tag39.xml"/><Relationship Id="rId5" Type="http://schemas.openxmlformats.org/officeDocument/2006/relationships/tags" Target="../tags/tag38.xml"/><Relationship Id="rId4" Type="http://schemas.openxmlformats.org/officeDocument/2006/relationships/image" Target="../media/image15.png"/><Relationship Id="rId3" Type="http://schemas.openxmlformats.org/officeDocument/2006/relationships/tags" Target="../tags/tag37.xml"/><Relationship Id="rId2" Type="http://schemas.openxmlformats.org/officeDocument/2006/relationships/tags" Target="../tags/tag36.xml"/><Relationship Id="rId19" Type="http://schemas.openxmlformats.org/officeDocument/2006/relationships/notesSlide" Target="../notesSlides/notesSlide6.xml"/><Relationship Id="rId18" Type="http://schemas.openxmlformats.org/officeDocument/2006/relationships/slideLayout" Target="../slideLayouts/slideLayout3.xml"/><Relationship Id="rId17" Type="http://schemas.openxmlformats.org/officeDocument/2006/relationships/tags" Target="../tags/tag48.xml"/><Relationship Id="rId16" Type="http://schemas.openxmlformats.org/officeDocument/2006/relationships/tags" Target="../tags/tag47.xml"/><Relationship Id="rId15" Type="http://schemas.openxmlformats.org/officeDocument/2006/relationships/tags" Target="../tags/tag46.xml"/><Relationship Id="rId14" Type="http://schemas.openxmlformats.org/officeDocument/2006/relationships/tags" Target="../tags/tag45.xml"/><Relationship Id="rId13" Type="http://schemas.openxmlformats.org/officeDocument/2006/relationships/image" Target="../media/image20.png"/><Relationship Id="rId12" Type="http://schemas.openxmlformats.org/officeDocument/2006/relationships/image" Target="../media/image19.png"/><Relationship Id="rId11" Type="http://schemas.openxmlformats.org/officeDocument/2006/relationships/tags" Target="../tags/tag44.xml"/><Relationship Id="rId10" Type="http://schemas.openxmlformats.org/officeDocument/2006/relationships/tags" Target="../tags/tag43.xml"/><Relationship Id="rId1" Type="http://schemas.openxmlformats.org/officeDocument/2006/relationships/image" Target="../media/image18.png"/></Relationships>
</file>

<file path=ppt/slides/_rels/slide8.xml.rels><?xml version="1.0" encoding="UTF-8" standalone="yes"?>
<Relationships xmlns="http://schemas.openxmlformats.org/package/2006/relationships"><Relationship Id="rId9" Type="http://schemas.openxmlformats.org/officeDocument/2006/relationships/tags" Target="../tags/tag52.xml"/><Relationship Id="rId8" Type="http://schemas.openxmlformats.org/officeDocument/2006/relationships/tags" Target="../tags/tag51.xml"/><Relationship Id="rId7" Type="http://schemas.openxmlformats.org/officeDocument/2006/relationships/image" Target="../media/image23.png"/><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15.png"/><Relationship Id="rId3" Type="http://schemas.openxmlformats.org/officeDocument/2006/relationships/tags" Target="../tags/tag50.xml"/><Relationship Id="rId2" Type="http://schemas.openxmlformats.org/officeDocument/2006/relationships/tags" Target="../tags/tag49.xml"/><Relationship Id="rId13" Type="http://schemas.openxmlformats.org/officeDocument/2006/relationships/notesSlide" Target="../notesSlides/notesSlide7.xml"/><Relationship Id="rId12" Type="http://schemas.openxmlformats.org/officeDocument/2006/relationships/slideLayout" Target="../slideLayouts/slideLayout3.xml"/><Relationship Id="rId11" Type="http://schemas.openxmlformats.org/officeDocument/2006/relationships/tags" Target="../tags/tag53.xml"/><Relationship Id="rId10" Type="http://schemas.openxmlformats.org/officeDocument/2006/relationships/image" Target="../media/image24.png"/><Relationship Id="rId1" Type="http://schemas.openxmlformats.org/officeDocument/2006/relationships/image" Target="../media/image18.png"/></Relationships>
</file>

<file path=ppt/slides/_rels/slide9.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3.xml"/><Relationship Id="rId5" Type="http://schemas.openxmlformats.org/officeDocument/2006/relationships/tags" Target="../tags/tag56.xml"/><Relationship Id="rId4" Type="http://schemas.openxmlformats.org/officeDocument/2006/relationships/image" Target="../media/image15.png"/><Relationship Id="rId3" Type="http://schemas.openxmlformats.org/officeDocument/2006/relationships/tags" Target="../tags/tag55.xml"/><Relationship Id="rId2" Type="http://schemas.openxmlformats.org/officeDocument/2006/relationships/tags" Target="../tags/tag54.xml"/><Relationship Id="rId1" Type="http://schemas.openxmlformats.org/officeDocument/2006/relationships/image" Target="../media/image25.png"/></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3.xml"/><Relationship Id="rId4" Type="http://schemas.openxmlformats.org/officeDocument/2006/relationships/image" Target="../media/image26.png"/><Relationship Id="rId3" Type="http://schemas.openxmlformats.org/officeDocument/2006/relationships/image" Target="../media/image15.png"/><Relationship Id="rId2" Type="http://schemas.openxmlformats.org/officeDocument/2006/relationships/tags" Target="../tags/tag58.xml"/><Relationship Id="rId1" Type="http://schemas.openxmlformats.org/officeDocument/2006/relationships/tags" Target="../tags/tag57.xml"/></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3.xml"/><Relationship Id="rId4" Type="http://schemas.openxmlformats.org/officeDocument/2006/relationships/image" Target="../media/image27.png"/><Relationship Id="rId3" Type="http://schemas.openxmlformats.org/officeDocument/2006/relationships/image" Target="../media/image15.png"/><Relationship Id="rId2" Type="http://schemas.openxmlformats.org/officeDocument/2006/relationships/tags" Target="../tags/tag60.xml"/><Relationship Id="rId1" Type="http://schemas.openxmlformats.org/officeDocument/2006/relationships/tags" Target="../tags/tag59.xml"/></Relationships>
</file>

<file path=ppt/slides/_rels/slide12.xml.rels><?xml version="1.0" encoding="UTF-8" standalone="yes"?>
<Relationships xmlns="http://schemas.openxmlformats.org/package/2006/relationships"><Relationship Id="rId8" Type="http://schemas.openxmlformats.org/officeDocument/2006/relationships/notesSlide" Target="../notesSlides/notesSlide11.xml"/><Relationship Id="rId7" Type="http://schemas.openxmlformats.org/officeDocument/2006/relationships/slideLayout" Target="../slideLayouts/slideLayout3.xml"/><Relationship Id="rId6" Type="http://schemas.openxmlformats.org/officeDocument/2006/relationships/tags" Target="../tags/tag64.xml"/><Relationship Id="rId5" Type="http://schemas.openxmlformats.org/officeDocument/2006/relationships/tags" Target="../tags/tag63.xml"/><Relationship Id="rId4" Type="http://schemas.openxmlformats.org/officeDocument/2006/relationships/image" Target="../media/image15.png"/><Relationship Id="rId3" Type="http://schemas.openxmlformats.org/officeDocument/2006/relationships/tags" Target="../tags/tag62.xml"/><Relationship Id="rId2" Type="http://schemas.openxmlformats.org/officeDocument/2006/relationships/tags" Target="../tags/tag61.xml"/><Relationship Id="rId1" Type="http://schemas.openxmlformats.org/officeDocument/2006/relationships/image" Target="../media/image28.png"/></Relationships>
</file>

<file path=ppt/slides/_rels/slide13.xml.rels><?xml version="1.0" encoding="UTF-8" standalone="yes"?>
<Relationships xmlns="http://schemas.openxmlformats.org/package/2006/relationships"><Relationship Id="rId9" Type="http://schemas.openxmlformats.org/officeDocument/2006/relationships/tags" Target="../tags/tag71.xml"/><Relationship Id="rId8" Type="http://schemas.openxmlformats.org/officeDocument/2006/relationships/tags" Target="../tags/tag70.xml"/><Relationship Id="rId7" Type="http://schemas.openxmlformats.org/officeDocument/2006/relationships/tags" Target="../tags/tag69.xml"/><Relationship Id="rId6" Type="http://schemas.openxmlformats.org/officeDocument/2006/relationships/tags" Target="../tags/tag68.xml"/><Relationship Id="rId5" Type="http://schemas.openxmlformats.org/officeDocument/2006/relationships/tags" Target="../tags/tag67.xml"/><Relationship Id="rId4" Type="http://schemas.openxmlformats.org/officeDocument/2006/relationships/image" Target="../media/image15.png"/><Relationship Id="rId3" Type="http://schemas.openxmlformats.org/officeDocument/2006/relationships/tags" Target="../tags/tag66.xml"/><Relationship Id="rId25" Type="http://schemas.openxmlformats.org/officeDocument/2006/relationships/notesSlide" Target="../notesSlides/notesSlide12.xml"/><Relationship Id="rId24" Type="http://schemas.openxmlformats.org/officeDocument/2006/relationships/slideLayout" Target="../slideLayouts/slideLayout3.xml"/><Relationship Id="rId23" Type="http://schemas.openxmlformats.org/officeDocument/2006/relationships/tags" Target="../tags/tag85.xml"/><Relationship Id="rId22" Type="http://schemas.openxmlformats.org/officeDocument/2006/relationships/tags" Target="../tags/tag84.xml"/><Relationship Id="rId21" Type="http://schemas.openxmlformats.org/officeDocument/2006/relationships/tags" Target="../tags/tag83.xml"/><Relationship Id="rId20" Type="http://schemas.openxmlformats.org/officeDocument/2006/relationships/tags" Target="../tags/tag82.xml"/><Relationship Id="rId2" Type="http://schemas.openxmlformats.org/officeDocument/2006/relationships/tags" Target="../tags/tag65.xml"/><Relationship Id="rId19" Type="http://schemas.openxmlformats.org/officeDocument/2006/relationships/tags" Target="../tags/tag81.xml"/><Relationship Id="rId18" Type="http://schemas.openxmlformats.org/officeDocument/2006/relationships/tags" Target="../tags/tag80.xml"/><Relationship Id="rId17" Type="http://schemas.openxmlformats.org/officeDocument/2006/relationships/tags" Target="../tags/tag79.xml"/><Relationship Id="rId16" Type="http://schemas.openxmlformats.org/officeDocument/2006/relationships/tags" Target="../tags/tag78.xml"/><Relationship Id="rId15" Type="http://schemas.openxmlformats.org/officeDocument/2006/relationships/tags" Target="../tags/tag77.xml"/><Relationship Id="rId14" Type="http://schemas.openxmlformats.org/officeDocument/2006/relationships/tags" Target="../tags/tag76.xml"/><Relationship Id="rId13" Type="http://schemas.openxmlformats.org/officeDocument/2006/relationships/tags" Target="../tags/tag75.xml"/><Relationship Id="rId12" Type="http://schemas.openxmlformats.org/officeDocument/2006/relationships/tags" Target="../tags/tag74.xml"/><Relationship Id="rId11" Type="http://schemas.openxmlformats.org/officeDocument/2006/relationships/tags" Target="../tags/tag73.xml"/><Relationship Id="rId10" Type="http://schemas.openxmlformats.org/officeDocument/2006/relationships/tags" Target="../tags/tag72.xml"/><Relationship Id="rId1" Type="http://schemas.openxmlformats.org/officeDocument/2006/relationships/image" Target="../media/image29.png"/></Relationships>
</file>

<file path=ppt/slides/_rels/slide14.xml.rels><?xml version="1.0" encoding="UTF-8" standalone="yes"?>
<Relationships xmlns="http://schemas.openxmlformats.org/package/2006/relationships"><Relationship Id="rId8" Type="http://schemas.openxmlformats.org/officeDocument/2006/relationships/notesSlide" Target="../notesSlides/notesSlide13.xml"/><Relationship Id="rId7" Type="http://schemas.openxmlformats.org/officeDocument/2006/relationships/slideLayout" Target="../slideLayouts/slideLayout3.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 Id="rId3" Type="http://schemas.openxmlformats.org/officeDocument/2006/relationships/image" Target="../media/image15.png"/><Relationship Id="rId2" Type="http://schemas.openxmlformats.org/officeDocument/2006/relationships/tags" Target="../tags/tag87.xml"/><Relationship Id="rId1" Type="http://schemas.openxmlformats.org/officeDocument/2006/relationships/tags" Target="../tags/tag86.xml"/></Relationships>
</file>

<file path=ppt/slides/_rels/slide15.xml.rels><?xml version="1.0" encoding="UTF-8" standalone="yes"?>
<Relationships xmlns="http://schemas.openxmlformats.org/package/2006/relationships"><Relationship Id="rId9" Type="http://schemas.openxmlformats.org/officeDocument/2006/relationships/slideLayout" Target="../slideLayouts/slideLayout3.xml"/><Relationship Id="rId8" Type="http://schemas.openxmlformats.org/officeDocument/2006/relationships/tags" Target="../tags/tag93.xml"/><Relationship Id="rId7" Type="http://schemas.openxmlformats.org/officeDocument/2006/relationships/tags" Target="../tags/tag92.xml"/><Relationship Id="rId6" Type="http://schemas.openxmlformats.org/officeDocument/2006/relationships/tags" Target="../tags/tag91.xml"/><Relationship Id="rId5" Type="http://schemas.openxmlformats.org/officeDocument/2006/relationships/tags" Target="../tags/tag90.xml"/><Relationship Id="rId4" Type="http://schemas.openxmlformats.org/officeDocument/2006/relationships/image" Target="../media/image15.png"/><Relationship Id="rId3" Type="http://schemas.openxmlformats.org/officeDocument/2006/relationships/tags" Target="../tags/tag89.xml"/><Relationship Id="rId2" Type="http://schemas.openxmlformats.org/officeDocument/2006/relationships/tags" Target="../tags/tag88.xml"/><Relationship Id="rId10" Type="http://schemas.openxmlformats.org/officeDocument/2006/relationships/notesSlide" Target="../notesSlides/notesSlide14.xml"/><Relationship Id="rId1" Type="http://schemas.openxmlformats.org/officeDocument/2006/relationships/image" Target="../media/image33.png"/></Relationships>
</file>

<file path=ppt/slides/_rels/slide16.xml.rels><?xml version="1.0" encoding="UTF-8" standalone="yes"?>
<Relationships xmlns="http://schemas.openxmlformats.org/package/2006/relationships"><Relationship Id="rId9" Type="http://schemas.openxmlformats.org/officeDocument/2006/relationships/slideLayout" Target="../slideLayouts/slideLayout3.xml"/><Relationship Id="rId8" Type="http://schemas.openxmlformats.org/officeDocument/2006/relationships/tags" Target="../tags/tag99.xml"/><Relationship Id="rId7" Type="http://schemas.openxmlformats.org/officeDocument/2006/relationships/tags" Target="../tags/tag98.xml"/><Relationship Id="rId6" Type="http://schemas.openxmlformats.org/officeDocument/2006/relationships/tags" Target="../tags/tag97.xml"/><Relationship Id="rId5" Type="http://schemas.openxmlformats.org/officeDocument/2006/relationships/tags" Target="../tags/tag96.xml"/><Relationship Id="rId4" Type="http://schemas.openxmlformats.org/officeDocument/2006/relationships/image" Target="../media/image15.png"/><Relationship Id="rId3" Type="http://schemas.openxmlformats.org/officeDocument/2006/relationships/tags" Target="../tags/tag95.xml"/><Relationship Id="rId2" Type="http://schemas.openxmlformats.org/officeDocument/2006/relationships/tags" Target="../tags/tag94.xml"/><Relationship Id="rId10" Type="http://schemas.openxmlformats.org/officeDocument/2006/relationships/notesSlide" Target="../notesSlides/notesSlide15.xml"/><Relationship Id="rId1" Type="http://schemas.openxmlformats.org/officeDocument/2006/relationships/image" Target="../media/image31.png"/></Relationships>
</file>

<file path=ppt/slides/_rels/slide17.xml.rels><?xml version="1.0" encoding="UTF-8" standalone="yes"?>
<Relationships xmlns="http://schemas.openxmlformats.org/package/2006/relationships"><Relationship Id="rId8" Type="http://schemas.openxmlformats.org/officeDocument/2006/relationships/notesSlide" Target="../notesSlides/notesSlide16.xml"/><Relationship Id="rId7" Type="http://schemas.openxmlformats.org/officeDocument/2006/relationships/slideLayout" Target="../slideLayouts/slideLayout3.xml"/><Relationship Id="rId6" Type="http://schemas.openxmlformats.org/officeDocument/2006/relationships/tags" Target="../tags/tag103.xml"/><Relationship Id="rId5" Type="http://schemas.openxmlformats.org/officeDocument/2006/relationships/tags" Target="../tags/tag102.xml"/><Relationship Id="rId4" Type="http://schemas.openxmlformats.org/officeDocument/2006/relationships/image" Target="../media/image34.png"/><Relationship Id="rId3" Type="http://schemas.openxmlformats.org/officeDocument/2006/relationships/image" Target="../media/image15.png"/><Relationship Id="rId2" Type="http://schemas.openxmlformats.org/officeDocument/2006/relationships/tags" Target="../tags/tag101.xml"/><Relationship Id="rId1" Type="http://schemas.openxmlformats.org/officeDocument/2006/relationships/tags" Target="../tags/tag100.xml"/></Relationships>
</file>

<file path=ppt/slides/_rels/slide18.xml.rels><?xml version="1.0" encoding="UTF-8" standalone="yes"?>
<Relationships xmlns="http://schemas.openxmlformats.org/package/2006/relationships"><Relationship Id="rId8" Type="http://schemas.openxmlformats.org/officeDocument/2006/relationships/notesSlide" Target="../notesSlides/notesSlide17.xml"/><Relationship Id="rId7" Type="http://schemas.openxmlformats.org/officeDocument/2006/relationships/slideLayout" Target="../slideLayouts/slideLayout3.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 Id="rId3" Type="http://schemas.openxmlformats.org/officeDocument/2006/relationships/image" Target="../media/image15.png"/><Relationship Id="rId2" Type="http://schemas.openxmlformats.org/officeDocument/2006/relationships/tags" Target="../tags/tag105.xml"/><Relationship Id="rId1" Type="http://schemas.openxmlformats.org/officeDocument/2006/relationships/tags" Target="../tags/tag104.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3.xml"/><Relationship Id="rId1" Type="http://schemas.openxmlformats.org/officeDocument/2006/relationships/image" Target="../media/image38.png"/></Relationships>
</file>

<file path=ppt/slides/_rels/slide20.xml.rels><?xml version="1.0" encoding="UTF-8" standalone="yes"?>
<Relationships xmlns="http://schemas.openxmlformats.org/package/2006/relationships"><Relationship Id="rId6" Type="http://schemas.openxmlformats.org/officeDocument/2006/relationships/notesSlide" Target="../notesSlides/notesSlide19.xml"/><Relationship Id="rId5" Type="http://schemas.openxmlformats.org/officeDocument/2006/relationships/slideLayout" Target="../slideLayouts/slideLayout3.xml"/><Relationship Id="rId4" Type="http://schemas.openxmlformats.org/officeDocument/2006/relationships/image" Target="../media/image39.png"/><Relationship Id="rId3" Type="http://schemas.openxmlformats.org/officeDocument/2006/relationships/image" Target="../media/image15.png"/><Relationship Id="rId2" Type="http://schemas.openxmlformats.org/officeDocument/2006/relationships/tags" Target="../tags/tag107.xml"/><Relationship Id="rId1" Type="http://schemas.openxmlformats.org/officeDocument/2006/relationships/tags" Target="../tags/tag106.xml"/></Relationships>
</file>

<file path=ppt/slides/_rels/slide21.xml.rels><?xml version="1.0" encoding="UTF-8" standalone="yes"?>
<Relationships xmlns="http://schemas.openxmlformats.org/package/2006/relationships"><Relationship Id="rId7" Type="http://schemas.openxmlformats.org/officeDocument/2006/relationships/notesSlide" Target="../notesSlides/notesSlide20.xml"/><Relationship Id="rId6" Type="http://schemas.openxmlformats.org/officeDocument/2006/relationships/slideLayout" Target="../slideLayouts/slideLayout3.xml"/><Relationship Id="rId5" Type="http://schemas.openxmlformats.org/officeDocument/2006/relationships/tags" Target="../tags/tag110.xml"/><Relationship Id="rId4" Type="http://schemas.openxmlformats.org/officeDocument/2006/relationships/image" Target="../media/image38.png"/><Relationship Id="rId3" Type="http://schemas.openxmlformats.org/officeDocument/2006/relationships/image" Target="../media/image15.png"/><Relationship Id="rId2" Type="http://schemas.openxmlformats.org/officeDocument/2006/relationships/tags" Target="../tags/tag109.xml"/><Relationship Id="rId1" Type="http://schemas.openxmlformats.org/officeDocument/2006/relationships/tags" Target="../tags/tag108.xml"/></Relationships>
</file>

<file path=ppt/slides/_rels/slide22.xml.rels><?xml version="1.0" encoding="UTF-8" standalone="yes"?>
<Relationships xmlns="http://schemas.openxmlformats.org/package/2006/relationships"><Relationship Id="rId7" Type="http://schemas.openxmlformats.org/officeDocument/2006/relationships/notesSlide" Target="../notesSlides/notesSlide21.xml"/><Relationship Id="rId6" Type="http://schemas.openxmlformats.org/officeDocument/2006/relationships/slideLayout" Target="../slideLayouts/slideLayout3.xml"/><Relationship Id="rId5" Type="http://schemas.openxmlformats.org/officeDocument/2006/relationships/tags" Target="../tags/tag113.xml"/><Relationship Id="rId4" Type="http://schemas.openxmlformats.org/officeDocument/2006/relationships/image" Target="../media/image40.png"/><Relationship Id="rId3" Type="http://schemas.openxmlformats.org/officeDocument/2006/relationships/image" Target="../media/image15.png"/><Relationship Id="rId2" Type="http://schemas.openxmlformats.org/officeDocument/2006/relationships/tags" Target="../tags/tag112.xml"/><Relationship Id="rId1" Type="http://schemas.openxmlformats.org/officeDocument/2006/relationships/tags" Target="../tags/tag111.xml"/></Relationships>
</file>

<file path=ppt/slides/_rels/slide23.xml.rels><?xml version="1.0" encoding="UTF-8" standalone="yes"?>
<Relationships xmlns="http://schemas.openxmlformats.org/package/2006/relationships"><Relationship Id="rId6" Type="http://schemas.openxmlformats.org/officeDocument/2006/relationships/notesSlide" Target="../notesSlides/notesSlide22.xml"/><Relationship Id="rId5" Type="http://schemas.openxmlformats.org/officeDocument/2006/relationships/slideLayout" Target="../slideLayouts/slideLayout3.xml"/><Relationship Id="rId4" Type="http://schemas.openxmlformats.org/officeDocument/2006/relationships/tags" Target="../tags/tag116.xml"/><Relationship Id="rId3" Type="http://schemas.openxmlformats.org/officeDocument/2006/relationships/tags" Target="../tags/tag115.xml"/><Relationship Id="rId2" Type="http://schemas.openxmlformats.org/officeDocument/2006/relationships/tags" Target="../tags/tag114.xml"/><Relationship Id="rId1" Type="http://schemas.openxmlformats.org/officeDocument/2006/relationships/image" Target="../media/image41.png"/></Relationships>
</file>

<file path=ppt/slides/_rels/slide24.xml.rels><?xml version="1.0" encoding="UTF-8" standalone="yes"?>
<Relationships xmlns="http://schemas.openxmlformats.org/package/2006/relationships"><Relationship Id="rId8" Type="http://schemas.openxmlformats.org/officeDocument/2006/relationships/notesSlide" Target="../notesSlides/notesSlide23.xml"/><Relationship Id="rId7" Type="http://schemas.openxmlformats.org/officeDocument/2006/relationships/slideLayout" Target="../slideLayouts/slideLayout3.xml"/><Relationship Id="rId6" Type="http://schemas.openxmlformats.org/officeDocument/2006/relationships/tags" Target="../tags/tag120.xml"/><Relationship Id="rId5" Type="http://schemas.openxmlformats.org/officeDocument/2006/relationships/tags" Target="../tags/tag119.xml"/><Relationship Id="rId4" Type="http://schemas.openxmlformats.org/officeDocument/2006/relationships/image" Target="../media/image15.png"/><Relationship Id="rId3" Type="http://schemas.openxmlformats.org/officeDocument/2006/relationships/tags" Target="../tags/tag118.xml"/><Relationship Id="rId2" Type="http://schemas.openxmlformats.org/officeDocument/2006/relationships/tags" Target="../tags/tag117.xml"/><Relationship Id="rId1" Type="http://schemas.openxmlformats.org/officeDocument/2006/relationships/image" Target="../media/image42.png"/></Relationships>
</file>

<file path=ppt/slides/_rels/slide25.xml.rels><?xml version="1.0" encoding="UTF-8" standalone="yes"?>
<Relationships xmlns="http://schemas.openxmlformats.org/package/2006/relationships"><Relationship Id="rId6" Type="http://schemas.openxmlformats.org/officeDocument/2006/relationships/notesSlide" Target="../notesSlides/notesSlide24.xml"/><Relationship Id="rId5" Type="http://schemas.openxmlformats.org/officeDocument/2006/relationships/slideLayout" Target="../slideLayouts/slideLayout3.xml"/><Relationship Id="rId4" Type="http://schemas.openxmlformats.org/officeDocument/2006/relationships/image" Target="../media/image43.png"/><Relationship Id="rId3" Type="http://schemas.openxmlformats.org/officeDocument/2006/relationships/image" Target="../media/image15.png"/><Relationship Id="rId2" Type="http://schemas.openxmlformats.org/officeDocument/2006/relationships/tags" Target="../tags/tag122.xml"/><Relationship Id="rId1" Type="http://schemas.openxmlformats.org/officeDocument/2006/relationships/tags" Target="../tags/tag121.xml"/></Relationships>
</file>

<file path=ppt/slides/_rels/slide26.xml.rels><?xml version="1.0" encoding="UTF-8" standalone="yes"?>
<Relationships xmlns="http://schemas.openxmlformats.org/package/2006/relationships"><Relationship Id="rId6" Type="http://schemas.openxmlformats.org/officeDocument/2006/relationships/notesSlide" Target="../notesSlides/notesSlide25.xml"/><Relationship Id="rId5" Type="http://schemas.openxmlformats.org/officeDocument/2006/relationships/slideLayout" Target="../slideLayouts/slideLayout3.xml"/><Relationship Id="rId4" Type="http://schemas.openxmlformats.org/officeDocument/2006/relationships/image" Target="../media/image44.png"/><Relationship Id="rId3" Type="http://schemas.openxmlformats.org/officeDocument/2006/relationships/image" Target="../media/image15.png"/><Relationship Id="rId2" Type="http://schemas.openxmlformats.org/officeDocument/2006/relationships/tags" Target="../tags/tag124.xml"/><Relationship Id="rId1" Type="http://schemas.openxmlformats.org/officeDocument/2006/relationships/tags" Target="../tags/tag123.xml"/></Relationships>
</file>

<file path=ppt/slides/_rels/slide27.xml.rels><?xml version="1.0" encoding="UTF-8" standalone="yes"?>
<Relationships xmlns="http://schemas.openxmlformats.org/package/2006/relationships"><Relationship Id="rId7" Type="http://schemas.openxmlformats.org/officeDocument/2006/relationships/notesSlide" Target="../notesSlides/notesSlide26.xml"/><Relationship Id="rId6" Type="http://schemas.openxmlformats.org/officeDocument/2006/relationships/slideLayout" Target="../slideLayouts/slideLayout3.xml"/><Relationship Id="rId5" Type="http://schemas.openxmlformats.org/officeDocument/2006/relationships/tags" Target="../tags/tag127.xml"/><Relationship Id="rId4" Type="http://schemas.openxmlformats.org/officeDocument/2006/relationships/image" Target="../media/image15.png"/><Relationship Id="rId3" Type="http://schemas.openxmlformats.org/officeDocument/2006/relationships/tags" Target="../tags/tag126.xml"/><Relationship Id="rId2" Type="http://schemas.openxmlformats.org/officeDocument/2006/relationships/tags" Target="../tags/tag125.xml"/><Relationship Id="rId1" Type="http://schemas.openxmlformats.org/officeDocument/2006/relationships/image" Target="../media/image45.png"/></Relationships>
</file>

<file path=ppt/slides/_rels/slide28.xml.rels><?xml version="1.0" encoding="UTF-8" standalone="yes"?>
<Relationships xmlns="http://schemas.openxmlformats.org/package/2006/relationships"><Relationship Id="rId6" Type="http://schemas.openxmlformats.org/officeDocument/2006/relationships/notesSlide" Target="../notesSlides/notesSlide27.xml"/><Relationship Id="rId5" Type="http://schemas.openxmlformats.org/officeDocument/2006/relationships/slideLayout" Target="../slideLayouts/slideLayout3.xml"/><Relationship Id="rId4" Type="http://schemas.openxmlformats.org/officeDocument/2006/relationships/image" Target="../media/image46.png"/><Relationship Id="rId3" Type="http://schemas.openxmlformats.org/officeDocument/2006/relationships/image" Target="../media/image15.png"/><Relationship Id="rId2" Type="http://schemas.openxmlformats.org/officeDocument/2006/relationships/tags" Target="../tags/tag129.xml"/><Relationship Id="rId1" Type="http://schemas.openxmlformats.org/officeDocument/2006/relationships/tags" Target="../tags/tag128.xml"/></Relationships>
</file>

<file path=ppt/slides/_rels/slide29.xml.rels><?xml version="1.0" encoding="UTF-8" standalone="yes"?>
<Relationships xmlns="http://schemas.openxmlformats.org/package/2006/relationships"><Relationship Id="rId6" Type="http://schemas.openxmlformats.org/officeDocument/2006/relationships/notesSlide" Target="../notesSlides/notesSlide28.xml"/><Relationship Id="rId5" Type="http://schemas.openxmlformats.org/officeDocument/2006/relationships/slideLayout" Target="../slideLayouts/slideLayout3.xml"/><Relationship Id="rId4" Type="http://schemas.openxmlformats.org/officeDocument/2006/relationships/image" Target="../media/image47.png"/><Relationship Id="rId3" Type="http://schemas.openxmlformats.org/officeDocument/2006/relationships/image" Target="../media/image15.png"/><Relationship Id="rId2" Type="http://schemas.openxmlformats.org/officeDocument/2006/relationships/tags" Target="../tags/tag131.xml"/><Relationship Id="rId1" Type="http://schemas.openxmlformats.org/officeDocument/2006/relationships/tags" Target="../tags/tag130.xml"/></Relationships>
</file>

<file path=ppt/slides/_rels/slide30.xml.rels><?xml version="1.0" encoding="UTF-8" standalone="yes"?>
<Relationships xmlns="http://schemas.openxmlformats.org/package/2006/relationships"><Relationship Id="rId7" Type="http://schemas.openxmlformats.org/officeDocument/2006/relationships/notesSlide" Target="../notesSlides/notesSlide29.xml"/><Relationship Id="rId6" Type="http://schemas.openxmlformats.org/officeDocument/2006/relationships/slideLayout" Target="../slideLayouts/slideLayout3.xml"/><Relationship Id="rId5" Type="http://schemas.openxmlformats.org/officeDocument/2006/relationships/tags" Target="../tags/tag134.xml"/><Relationship Id="rId4" Type="http://schemas.openxmlformats.org/officeDocument/2006/relationships/image" Target="../media/image48.png"/><Relationship Id="rId3" Type="http://schemas.openxmlformats.org/officeDocument/2006/relationships/image" Target="../media/image15.png"/><Relationship Id="rId2" Type="http://schemas.openxmlformats.org/officeDocument/2006/relationships/tags" Target="../tags/tag133.xml"/><Relationship Id="rId1" Type="http://schemas.openxmlformats.org/officeDocument/2006/relationships/tags" Target="../tags/tag132.xml"/></Relationships>
</file>

<file path=ppt/slides/_rels/slide31.xml.rels><?xml version="1.0" encoding="UTF-8" standalone="yes"?>
<Relationships xmlns="http://schemas.openxmlformats.org/package/2006/relationships"><Relationship Id="rId6" Type="http://schemas.openxmlformats.org/officeDocument/2006/relationships/notesSlide" Target="../notesSlides/notesSlide30.xml"/><Relationship Id="rId5" Type="http://schemas.openxmlformats.org/officeDocument/2006/relationships/slideLayout" Target="../slideLayouts/slideLayout3.xml"/><Relationship Id="rId4" Type="http://schemas.openxmlformats.org/officeDocument/2006/relationships/image" Target="../media/image49.png"/><Relationship Id="rId3" Type="http://schemas.openxmlformats.org/officeDocument/2006/relationships/image" Target="../media/image15.png"/><Relationship Id="rId2" Type="http://schemas.openxmlformats.org/officeDocument/2006/relationships/tags" Target="../tags/tag136.xml"/><Relationship Id="rId1" Type="http://schemas.openxmlformats.org/officeDocument/2006/relationships/tags" Target="../tags/tag135.xml"/></Relationships>
</file>

<file path=ppt/slides/_rels/slide32.xml.rels><?xml version="1.0" encoding="UTF-8" standalone="yes"?>
<Relationships xmlns="http://schemas.openxmlformats.org/package/2006/relationships"><Relationship Id="rId7" Type="http://schemas.openxmlformats.org/officeDocument/2006/relationships/notesSlide" Target="../notesSlides/notesSlide31.xml"/><Relationship Id="rId6" Type="http://schemas.openxmlformats.org/officeDocument/2006/relationships/slideLayout" Target="../slideLayouts/slideLayout3.xml"/><Relationship Id="rId5" Type="http://schemas.openxmlformats.org/officeDocument/2006/relationships/tags" Target="../tags/tag139.xml"/><Relationship Id="rId4" Type="http://schemas.openxmlformats.org/officeDocument/2006/relationships/image" Target="../media/image15.png"/><Relationship Id="rId3" Type="http://schemas.openxmlformats.org/officeDocument/2006/relationships/tags" Target="../tags/tag138.xml"/><Relationship Id="rId2" Type="http://schemas.openxmlformats.org/officeDocument/2006/relationships/tags" Target="../tags/tag137.xml"/><Relationship Id="rId1" Type="http://schemas.openxmlformats.org/officeDocument/2006/relationships/image" Target="../media/image50.png"/></Relationships>
</file>

<file path=ppt/slides/_rels/slide33.xml.rels><?xml version="1.0" encoding="UTF-8" standalone="yes"?>
<Relationships xmlns="http://schemas.openxmlformats.org/package/2006/relationships"><Relationship Id="rId7" Type="http://schemas.openxmlformats.org/officeDocument/2006/relationships/notesSlide" Target="../notesSlides/notesSlide32.xml"/><Relationship Id="rId6" Type="http://schemas.openxmlformats.org/officeDocument/2006/relationships/slideLayout" Target="../slideLayouts/slideLayout3.xml"/><Relationship Id="rId5" Type="http://schemas.openxmlformats.org/officeDocument/2006/relationships/tags" Target="../tags/tag142.xml"/><Relationship Id="rId4" Type="http://schemas.openxmlformats.org/officeDocument/2006/relationships/image" Target="../media/image51.png"/><Relationship Id="rId3" Type="http://schemas.openxmlformats.org/officeDocument/2006/relationships/image" Target="../media/image15.png"/><Relationship Id="rId2" Type="http://schemas.openxmlformats.org/officeDocument/2006/relationships/tags" Target="../tags/tag141.xml"/><Relationship Id="rId1" Type="http://schemas.openxmlformats.org/officeDocument/2006/relationships/tags" Target="../tags/tag140.xml"/></Relationships>
</file>

<file path=ppt/slides/_rels/slide34.xml.rels><?xml version="1.0" encoding="UTF-8" standalone="yes"?>
<Relationships xmlns="http://schemas.openxmlformats.org/package/2006/relationships"><Relationship Id="rId9" Type="http://schemas.openxmlformats.org/officeDocument/2006/relationships/slideLayout" Target="../slideLayouts/slideLayout3.xml"/><Relationship Id="rId8" Type="http://schemas.openxmlformats.org/officeDocument/2006/relationships/tags" Target="../tags/tag146.xml"/><Relationship Id="rId7" Type="http://schemas.openxmlformats.org/officeDocument/2006/relationships/image" Target="../media/image54.png"/><Relationship Id="rId6" Type="http://schemas.openxmlformats.org/officeDocument/2006/relationships/tags" Target="../tags/tag145.xml"/><Relationship Id="rId5" Type="http://schemas.openxmlformats.org/officeDocument/2006/relationships/image" Target="../media/image53.png"/><Relationship Id="rId4" Type="http://schemas.openxmlformats.org/officeDocument/2006/relationships/image" Target="../media/image52.png"/><Relationship Id="rId3" Type="http://schemas.openxmlformats.org/officeDocument/2006/relationships/image" Target="../media/image15.png"/><Relationship Id="rId2" Type="http://schemas.openxmlformats.org/officeDocument/2006/relationships/tags" Target="../tags/tag144.xml"/><Relationship Id="rId10" Type="http://schemas.openxmlformats.org/officeDocument/2006/relationships/notesSlide" Target="../notesSlides/notesSlide33.xml"/><Relationship Id="rId1" Type="http://schemas.openxmlformats.org/officeDocument/2006/relationships/tags" Target="../tags/tag143.xml"/></Relationships>
</file>

<file path=ppt/slides/_rels/slide35.xml.rels><?xml version="1.0" encoding="UTF-8" standalone="yes"?>
<Relationships xmlns="http://schemas.openxmlformats.org/package/2006/relationships"><Relationship Id="rId9" Type="http://schemas.openxmlformats.org/officeDocument/2006/relationships/notesSlide" Target="../notesSlides/notesSlide34.xml"/><Relationship Id="rId8" Type="http://schemas.openxmlformats.org/officeDocument/2006/relationships/slideLayout" Target="../slideLayouts/slideLayout3.xml"/><Relationship Id="rId7" Type="http://schemas.openxmlformats.org/officeDocument/2006/relationships/tags" Target="../tags/tag150.xml"/><Relationship Id="rId6" Type="http://schemas.openxmlformats.org/officeDocument/2006/relationships/tags" Target="../tags/tag149.xml"/><Relationship Id="rId5" Type="http://schemas.openxmlformats.org/officeDocument/2006/relationships/image" Target="../media/image56.png"/><Relationship Id="rId4" Type="http://schemas.openxmlformats.org/officeDocument/2006/relationships/image" Target="../media/image15.png"/><Relationship Id="rId3" Type="http://schemas.openxmlformats.org/officeDocument/2006/relationships/tags" Target="../tags/tag148.xml"/><Relationship Id="rId2" Type="http://schemas.openxmlformats.org/officeDocument/2006/relationships/tags" Target="../tags/tag147.xml"/><Relationship Id="rId1" Type="http://schemas.openxmlformats.org/officeDocument/2006/relationships/image" Target="../media/image5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文本框 32"/>
          <p:cNvSpPr txBox="1"/>
          <p:nvPr/>
        </p:nvSpPr>
        <p:spPr>
          <a:xfrm>
            <a:off x="1478040" y="2255971"/>
            <a:ext cx="3355821" cy="829945"/>
          </a:xfrm>
          <a:prstGeom prst="rect">
            <a:avLst/>
          </a:prstGeom>
          <a:noFill/>
        </p:spPr>
        <p:txBody>
          <a:bodyPr>
            <a:spAutoFit/>
          </a:bodyPr>
          <a:lstStyle>
            <a:defPPr>
              <a:defRPr lang="zh-CN"/>
            </a:defPPr>
            <a:lvl1pPr>
              <a:defRPr sz="15000">
                <a:gradFill flip="none" rotWithShape="1">
                  <a:gsLst>
                    <a:gs pos="23000">
                      <a:srgbClr val="C0DBD2"/>
                    </a:gs>
                    <a:gs pos="86239">
                      <a:srgbClr val="A6CFC9"/>
                    </a:gs>
                    <a:gs pos="47000">
                      <a:srgbClr val="7AA99E"/>
                    </a:gs>
                  </a:gsLst>
                  <a:lin ang="2700000" scaled="1"/>
                  <a:tileRect/>
                </a:gradFill>
                <a:latin typeface="Aa武道家" pitchFamily="18" charset="-122"/>
                <a:ea typeface="Aa武道家" pitchFamily="18" charset="-122"/>
              </a:defRPr>
            </a:lvl1pPr>
          </a:lstStyle>
          <a:p>
            <a:pPr algn="ctr" eaLnBrk="1" fontAlgn="auto" hangingPunct="1">
              <a:defRPr/>
            </a:pPr>
            <a:r>
              <a:rPr lang="en-US" altLang="zh-CN" sz="4800" spc="300" noProof="1">
                <a:solidFill>
                  <a:srgbClr val="0070C0">
                    <a:alpha val="89000"/>
                  </a:srgbClr>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 </a:t>
            </a:r>
            <a:r>
              <a:rPr lang="zh-CN" altLang="en-US" sz="4800" noProof="1">
                <a:solidFill>
                  <a:srgbClr val="0070C0"/>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目 录</a:t>
            </a:r>
            <a:r>
              <a:rPr lang="zh-CN" altLang="en-US" sz="4800" spc="300" noProof="1">
                <a:solidFill>
                  <a:srgbClr val="0070C0">
                    <a:alpha val="89000"/>
                  </a:srgbClr>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 </a:t>
            </a:r>
            <a:r>
              <a:rPr lang="en-US" altLang="zh-CN" sz="4800" spc="300" noProof="1">
                <a:solidFill>
                  <a:srgbClr val="0070C0">
                    <a:alpha val="89000"/>
                  </a:srgbClr>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a:t>
            </a:r>
            <a:endParaRPr lang="en-US" altLang="zh-CN" sz="4800" spc="300" noProof="1">
              <a:solidFill>
                <a:srgbClr val="0070C0">
                  <a:alpha val="89000"/>
                </a:srgbClr>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0243" name="文本框 62"/>
          <p:cNvSpPr txBox="1"/>
          <p:nvPr/>
        </p:nvSpPr>
        <p:spPr bwMode="auto">
          <a:xfrm>
            <a:off x="2092325" y="3257550"/>
            <a:ext cx="21272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dist" eaLnBrk="1" hangingPunct="1"/>
            <a:r>
              <a:rPr lang="en-US" altLang="zh-CN">
                <a:solidFill>
                  <a:srgbClr val="5C8CB8"/>
                </a:solidFill>
                <a:latin typeface="Arial" panose="020B0604020202020204" pitchFamily="34" charset="0"/>
                <a:ea typeface="微软雅黑" panose="020B0503020204020204" charset="-122"/>
                <a:sym typeface="Arial" panose="020B0604020202020204" pitchFamily="34" charset="0"/>
              </a:rPr>
              <a:t>CONTENTS</a:t>
            </a:r>
            <a:endParaRPr lang="en-US" altLang="zh-CN">
              <a:solidFill>
                <a:srgbClr val="5C8CB8"/>
              </a:solidFill>
              <a:latin typeface="Arial" panose="020B0604020202020204" pitchFamily="34" charset="0"/>
              <a:ea typeface="微软雅黑" panose="020B0503020204020204" charset="-122"/>
              <a:sym typeface="Arial" panose="020B0604020202020204" pitchFamily="34" charset="0"/>
            </a:endParaRPr>
          </a:p>
        </p:txBody>
      </p:sp>
      <p:grpSp>
        <p:nvGrpSpPr>
          <p:cNvPr id="13" name="组合 12"/>
          <p:cNvGrpSpPr/>
          <p:nvPr/>
        </p:nvGrpSpPr>
        <p:grpSpPr>
          <a:xfrm>
            <a:off x="7257811" y="2110264"/>
            <a:ext cx="3866906" cy="780415"/>
            <a:chOff x="7358141" y="1521402"/>
            <a:chExt cx="3866906" cy="780415"/>
          </a:xfrm>
        </p:grpSpPr>
        <p:sp>
          <p:nvSpPr>
            <p:cNvPr id="11268" name="文本框 3"/>
            <p:cNvSpPr txBox="1"/>
            <p:nvPr>
              <p:custDataLst>
                <p:tags r:id="rId1"/>
              </p:custDataLst>
            </p:nvPr>
          </p:nvSpPr>
          <p:spPr>
            <a:xfrm>
              <a:off x="8367790" y="1667452"/>
              <a:ext cx="2857257" cy="521970"/>
            </a:xfrm>
            <a:prstGeom prst="rect">
              <a:avLst/>
            </a:prstGeom>
            <a:noFill/>
            <a:ln w="9525">
              <a:noFill/>
            </a:ln>
          </p:spPr>
          <p:txBody>
            <a:bodyPr wrap="square" anchor="t" anchorCtr="0">
              <a:spAutoFit/>
            </a:bodyPr>
            <a:lstStyle/>
            <a:p>
              <a:r>
                <a:rPr lang="zh-CN" altLang="en-US" sz="2800" dirty="0">
                  <a:solidFill>
                    <a:srgbClr val="0070C0"/>
                  </a:solidFill>
                  <a:latin typeface="微软雅黑" panose="020B0503020204020204" charset="-122"/>
                  <a:ea typeface="微软雅黑" panose="020B0503020204020204" charset="-122"/>
                  <a:sym typeface="Arial" panose="020B0604020202020204" pitchFamily="34" charset="0"/>
                </a:rPr>
                <a:t>统一</a:t>
              </a:r>
              <a:r>
                <a:rPr lang="en-US" altLang="zh-CN" sz="2800" dirty="0">
                  <a:solidFill>
                    <a:srgbClr val="0070C0"/>
                  </a:solidFill>
                  <a:latin typeface="微软雅黑" panose="020B0503020204020204" charset="-122"/>
                  <a:ea typeface="微软雅黑" panose="020B0503020204020204" charset="-122"/>
                  <a:sym typeface="Arial" panose="020B0604020202020204" pitchFamily="34" charset="0"/>
                </a:rPr>
                <a:t>UI</a:t>
              </a:r>
              <a:r>
                <a:rPr lang="zh-CN" altLang="en-US" sz="2800" dirty="0">
                  <a:solidFill>
                    <a:srgbClr val="0070C0"/>
                  </a:solidFill>
                  <a:latin typeface="微软雅黑" panose="020B0503020204020204" charset="-122"/>
                  <a:ea typeface="微软雅黑" panose="020B0503020204020204" charset="-122"/>
                  <a:sym typeface="Arial" panose="020B0604020202020204" pitchFamily="34" charset="0"/>
                </a:rPr>
                <a:t>规范</a:t>
              </a:r>
              <a:endParaRPr lang="zh-CN" altLang="en-US" sz="2800" dirty="0">
                <a:solidFill>
                  <a:srgbClr val="0070C0"/>
                </a:solidFill>
                <a:latin typeface="微软雅黑" panose="020B0503020204020204" charset="-122"/>
                <a:ea typeface="微软雅黑" panose="020B0503020204020204" charset="-122"/>
                <a:sym typeface="Arial" panose="020B0604020202020204" pitchFamily="34" charset="0"/>
              </a:endParaRPr>
            </a:p>
          </p:txBody>
        </p:sp>
        <p:sp>
          <p:nvSpPr>
            <p:cNvPr id="11274" name="文本框 16"/>
            <p:cNvSpPr txBox="1"/>
            <p:nvPr>
              <p:custDataLst>
                <p:tags r:id="rId2"/>
              </p:custDataLst>
            </p:nvPr>
          </p:nvSpPr>
          <p:spPr>
            <a:xfrm>
              <a:off x="7446406" y="1734127"/>
              <a:ext cx="605790" cy="523240"/>
            </a:xfrm>
            <a:prstGeom prst="rect">
              <a:avLst/>
            </a:prstGeom>
            <a:noFill/>
            <a:ln w="9525">
              <a:noFill/>
            </a:ln>
          </p:spPr>
          <p:txBody>
            <a:bodyPr wrap="none" anchor="t" anchorCtr="0">
              <a:spAutoFit/>
            </a:bodyPr>
            <a:lstStyle/>
            <a:p>
              <a:pPr algn="ctr"/>
              <a:r>
                <a:rPr lang="en-US" altLang="zh-CN" sz="2800" dirty="0">
                  <a:solidFill>
                    <a:srgbClr val="0070C0"/>
                  </a:solidFill>
                  <a:latin typeface="微软雅黑" panose="020B0503020204020204" charset="-122"/>
                  <a:ea typeface="微软雅黑" panose="020B0503020204020204" charset="-122"/>
                  <a:sym typeface="Arial" panose="020B0604020202020204" pitchFamily="34" charset="0"/>
                </a:rPr>
                <a:t>02</a:t>
              </a:r>
              <a:endParaRPr lang="en-US" altLang="zh-CN" sz="2800" dirty="0">
                <a:solidFill>
                  <a:srgbClr val="0070C0"/>
                </a:solidFill>
                <a:latin typeface="微软雅黑" panose="020B0503020204020204" charset="-122"/>
                <a:ea typeface="微软雅黑" panose="020B0503020204020204" charset="-122"/>
                <a:sym typeface="Arial" panose="020B0604020202020204" pitchFamily="34" charset="0"/>
              </a:endParaRPr>
            </a:p>
          </p:txBody>
        </p:sp>
        <p:sp>
          <p:nvSpPr>
            <p:cNvPr id="3" name="椭圆 2"/>
            <p:cNvSpPr/>
            <p:nvPr>
              <p:custDataLst>
                <p:tags r:id="rId3"/>
              </p:custDataLst>
            </p:nvPr>
          </p:nvSpPr>
          <p:spPr>
            <a:xfrm>
              <a:off x="7358141" y="1521402"/>
              <a:ext cx="782320" cy="780415"/>
            </a:xfrm>
            <a:prstGeom prst="ellipse">
              <a:avLst/>
            </a:prstGeom>
            <a:solidFill>
              <a:schemeClr val="bg1">
                <a:lumMod val="95000"/>
              </a:schemeClr>
            </a:solidFill>
            <a:ln w="12700">
              <a:solidFill>
                <a:srgbClr val="78A2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fontAlgn="auto"/>
              <a:endParaRPr lang="zh-CN" altLang="en-US" sz="2800" strike="noStrike" noProof="1">
                <a:solidFill>
                  <a:srgbClr val="0070C0"/>
                </a:solidFill>
                <a:latin typeface="Arial" panose="020B0604020202020204" pitchFamily="34" charset="0"/>
                <a:ea typeface="思源黑体 CN Normal" pitchFamily="34" charset="-122"/>
                <a:sym typeface="Arial" panose="020B0604020202020204" pitchFamily="34" charset="0"/>
              </a:endParaRPr>
            </a:p>
          </p:txBody>
        </p:sp>
        <p:sp>
          <p:nvSpPr>
            <p:cNvPr id="11276" name="文本框 18"/>
            <p:cNvSpPr txBox="1"/>
            <p:nvPr>
              <p:custDataLst>
                <p:tags r:id="rId4"/>
              </p:custDataLst>
            </p:nvPr>
          </p:nvSpPr>
          <p:spPr>
            <a:xfrm>
              <a:off x="7460694" y="1643322"/>
              <a:ext cx="577850" cy="521970"/>
            </a:xfrm>
            <a:prstGeom prst="rect">
              <a:avLst/>
            </a:prstGeom>
            <a:noFill/>
            <a:ln w="9525">
              <a:noFill/>
            </a:ln>
          </p:spPr>
          <p:txBody>
            <a:bodyPr wrap="none" anchor="t" anchorCtr="0">
              <a:spAutoFit/>
            </a:bodyPr>
            <a:lstStyle/>
            <a:p>
              <a:pPr algn="ctr"/>
              <a:r>
                <a:rPr lang="en-US" altLang="zh-CN" sz="2800" dirty="0">
                  <a:solidFill>
                    <a:srgbClr val="0070C0"/>
                  </a:solidFill>
                  <a:latin typeface="Arial" panose="020B0604020202020204" pitchFamily="34" charset="0"/>
                  <a:ea typeface="微软雅黑" panose="020B0503020204020204" charset="-122"/>
                  <a:sym typeface="Arial" panose="020B0604020202020204" pitchFamily="34" charset="0"/>
                </a:rPr>
                <a:t>01</a:t>
              </a:r>
              <a:endParaRPr lang="en-US" altLang="zh-CN" sz="2800" dirty="0">
                <a:solidFill>
                  <a:srgbClr val="0070C0"/>
                </a:solidFill>
                <a:latin typeface="Arial" panose="020B0604020202020204" pitchFamily="34" charset="0"/>
                <a:ea typeface="微软雅黑" panose="020B0503020204020204" charset="-122"/>
                <a:sym typeface="Arial" panose="020B0604020202020204" pitchFamily="34" charset="0"/>
              </a:endParaRPr>
            </a:p>
          </p:txBody>
        </p:sp>
      </p:grpSp>
      <p:grpSp>
        <p:nvGrpSpPr>
          <p:cNvPr id="2" name="组合 1"/>
          <p:cNvGrpSpPr/>
          <p:nvPr/>
        </p:nvGrpSpPr>
        <p:grpSpPr>
          <a:xfrm>
            <a:off x="7257811" y="3506629"/>
            <a:ext cx="3866906" cy="780415"/>
            <a:chOff x="7358141" y="1521402"/>
            <a:chExt cx="3866906" cy="780415"/>
          </a:xfrm>
        </p:grpSpPr>
        <p:sp>
          <p:nvSpPr>
            <p:cNvPr id="4" name="文本框 3"/>
            <p:cNvSpPr txBox="1"/>
            <p:nvPr>
              <p:custDataLst>
                <p:tags r:id="rId5"/>
              </p:custDataLst>
            </p:nvPr>
          </p:nvSpPr>
          <p:spPr>
            <a:xfrm>
              <a:off x="8367790" y="1667452"/>
              <a:ext cx="2857257" cy="521970"/>
            </a:xfrm>
            <a:prstGeom prst="rect">
              <a:avLst/>
            </a:prstGeom>
            <a:noFill/>
            <a:ln w="9525">
              <a:noFill/>
            </a:ln>
          </p:spPr>
          <p:txBody>
            <a:bodyPr wrap="square" anchor="t" anchorCtr="0">
              <a:spAutoFit/>
            </a:bodyPr>
            <a:p>
              <a:r>
                <a:rPr lang="en-US" altLang="zh-CN" sz="2800" dirty="0">
                  <a:solidFill>
                    <a:srgbClr val="0070C0"/>
                  </a:solidFill>
                  <a:latin typeface="微软雅黑" panose="020B0503020204020204" charset="-122"/>
                  <a:ea typeface="微软雅黑" panose="020B0503020204020204" charset="-122"/>
                  <a:sym typeface="Arial" panose="020B0604020202020204" pitchFamily="34" charset="0"/>
                </a:rPr>
                <a:t>UI</a:t>
              </a:r>
              <a:r>
                <a:rPr lang="zh-CN" altLang="en-US" sz="2800" dirty="0">
                  <a:solidFill>
                    <a:srgbClr val="0070C0"/>
                  </a:solidFill>
                  <a:latin typeface="微软雅黑" panose="020B0503020204020204" charset="-122"/>
                  <a:ea typeface="微软雅黑" panose="020B0503020204020204" charset="-122"/>
                  <a:sym typeface="Arial" panose="020B0604020202020204" pitchFamily="34" charset="0"/>
                </a:rPr>
                <a:t>规范要求</a:t>
              </a:r>
              <a:endParaRPr lang="zh-CN" altLang="en-US" sz="2800" dirty="0">
                <a:solidFill>
                  <a:srgbClr val="0070C0"/>
                </a:solidFill>
                <a:latin typeface="微软雅黑" panose="020B0503020204020204" charset="-122"/>
                <a:ea typeface="微软雅黑" panose="020B0503020204020204" charset="-122"/>
                <a:sym typeface="Arial" panose="020B0604020202020204" pitchFamily="34" charset="0"/>
              </a:endParaRPr>
            </a:p>
          </p:txBody>
        </p:sp>
        <p:sp>
          <p:nvSpPr>
            <p:cNvPr id="6" name="文本框 16"/>
            <p:cNvSpPr txBox="1"/>
            <p:nvPr>
              <p:custDataLst>
                <p:tags r:id="rId6"/>
              </p:custDataLst>
            </p:nvPr>
          </p:nvSpPr>
          <p:spPr>
            <a:xfrm>
              <a:off x="7446406" y="1734127"/>
              <a:ext cx="605790" cy="523240"/>
            </a:xfrm>
            <a:prstGeom prst="rect">
              <a:avLst/>
            </a:prstGeom>
            <a:noFill/>
            <a:ln w="9525">
              <a:noFill/>
            </a:ln>
          </p:spPr>
          <p:txBody>
            <a:bodyPr wrap="none" anchor="t" anchorCtr="0">
              <a:spAutoFit/>
            </a:bodyPr>
            <a:p>
              <a:pPr algn="ctr"/>
              <a:r>
                <a:rPr lang="en-US" altLang="zh-CN" sz="2800" dirty="0">
                  <a:solidFill>
                    <a:srgbClr val="0070C0"/>
                  </a:solidFill>
                  <a:latin typeface="微软雅黑" panose="020B0503020204020204" charset="-122"/>
                  <a:ea typeface="微软雅黑" panose="020B0503020204020204" charset="-122"/>
                  <a:sym typeface="Arial" panose="020B0604020202020204" pitchFamily="34" charset="0"/>
                </a:rPr>
                <a:t>02</a:t>
              </a:r>
              <a:endParaRPr lang="en-US" altLang="zh-CN" sz="2800" dirty="0">
                <a:solidFill>
                  <a:srgbClr val="0070C0"/>
                </a:solidFill>
                <a:latin typeface="微软雅黑" panose="020B0503020204020204" charset="-122"/>
                <a:ea typeface="微软雅黑" panose="020B0503020204020204" charset="-122"/>
                <a:sym typeface="Arial" panose="020B0604020202020204" pitchFamily="34" charset="0"/>
              </a:endParaRPr>
            </a:p>
          </p:txBody>
        </p:sp>
        <p:sp>
          <p:nvSpPr>
            <p:cNvPr id="9" name="椭圆 8"/>
            <p:cNvSpPr/>
            <p:nvPr>
              <p:custDataLst>
                <p:tags r:id="rId7"/>
              </p:custDataLst>
            </p:nvPr>
          </p:nvSpPr>
          <p:spPr>
            <a:xfrm>
              <a:off x="7358141" y="1521402"/>
              <a:ext cx="782320" cy="780415"/>
            </a:xfrm>
            <a:prstGeom prst="ellipse">
              <a:avLst/>
            </a:prstGeom>
            <a:solidFill>
              <a:schemeClr val="bg1">
                <a:lumMod val="95000"/>
              </a:schemeClr>
            </a:solidFill>
            <a:ln w="12700">
              <a:solidFill>
                <a:srgbClr val="78A2C7"/>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fontAlgn="auto"/>
              <a:endParaRPr lang="zh-CN" altLang="en-US" sz="2800" strike="noStrike" noProof="1">
                <a:solidFill>
                  <a:srgbClr val="0070C0"/>
                </a:solidFill>
                <a:latin typeface="Arial" panose="020B0604020202020204" pitchFamily="34" charset="0"/>
                <a:ea typeface="思源黑体 CN Normal" pitchFamily="34" charset="-122"/>
                <a:sym typeface="Arial" panose="020B0604020202020204" pitchFamily="34" charset="0"/>
              </a:endParaRPr>
            </a:p>
          </p:txBody>
        </p:sp>
        <p:sp>
          <p:nvSpPr>
            <p:cNvPr id="10" name="文本框 18"/>
            <p:cNvSpPr txBox="1"/>
            <p:nvPr>
              <p:custDataLst>
                <p:tags r:id="rId8"/>
              </p:custDataLst>
            </p:nvPr>
          </p:nvSpPr>
          <p:spPr>
            <a:xfrm>
              <a:off x="7460694" y="1643322"/>
              <a:ext cx="577850" cy="521970"/>
            </a:xfrm>
            <a:prstGeom prst="rect">
              <a:avLst/>
            </a:prstGeom>
            <a:noFill/>
            <a:ln w="9525">
              <a:noFill/>
            </a:ln>
          </p:spPr>
          <p:txBody>
            <a:bodyPr wrap="none" anchor="t" anchorCtr="0">
              <a:spAutoFit/>
            </a:bodyPr>
            <a:p>
              <a:pPr algn="ctr"/>
              <a:r>
                <a:rPr lang="en-US" altLang="zh-CN" sz="2800" dirty="0">
                  <a:solidFill>
                    <a:srgbClr val="0070C0"/>
                  </a:solidFill>
                  <a:latin typeface="Arial" panose="020B0604020202020204" pitchFamily="34" charset="0"/>
                  <a:ea typeface="微软雅黑" panose="020B0503020204020204" charset="-122"/>
                  <a:sym typeface="Arial" panose="020B0604020202020204" pitchFamily="34" charset="0"/>
                </a:rPr>
                <a:t>02</a:t>
              </a:r>
              <a:endParaRPr lang="en-US" altLang="zh-CN" sz="2800" dirty="0">
                <a:solidFill>
                  <a:srgbClr val="0070C0"/>
                </a:solidFill>
                <a:latin typeface="Arial" panose="020B0604020202020204" pitchFamily="34" charset="0"/>
                <a:ea typeface="微软雅黑" panose="020B0503020204020204" charset="-122"/>
                <a:sym typeface="Arial" panose="020B0604020202020204" pitchFamily="34" charset="0"/>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222374" y="502085"/>
            <a:ext cx="879891" cy="460375"/>
          </a:xfrm>
          <a:prstGeom prst="rect">
            <a:avLst/>
          </a:prstGeom>
          <a:noFill/>
        </p:spPr>
        <p:txBody>
          <a:bodyPr wrap="square">
            <a:spAutoFit/>
          </a:bodyPr>
          <a:lstStyle>
            <a:defPPr>
              <a:defRPr lang="zh-CN"/>
            </a:defPPr>
            <a:lvl1pPr>
              <a:defRPr sz="15000">
                <a:gradFill flip="none" rotWithShape="1">
                  <a:gsLst>
                    <a:gs pos="23000">
                      <a:srgbClr val="C0DBD2"/>
                    </a:gs>
                    <a:gs pos="86239">
                      <a:srgbClr val="A6CFC9"/>
                    </a:gs>
                    <a:gs pos="47000">
                      <a:srgbClr val="7AA99E"/>
                    </a:gs>
                  </a:gsLst>
                  <a:lin ang="2700000" scaled="1"/>
                  <a:tileRect/>
                </a:gradFill>
                <a:latin typeface="Aa武道家" pitchFamily="18" charset="-122"/>
                <a:ea typeface="Aa武道家" pitchFamily="18" charset="-122"/>
              </a:defRPr>
            </a:lvl1pPr>
          </a:lstStyle>
          <a:p>
            <a:pPr eaLnBrk="1" fontAlgn="auto" hangingPunct="1">
              <a:defRPr/>
            </a:pPr>
            <a:r>
              <a:rPr lang="en-US" altLang="zh-CN" sz="2400" b="1" kern="0" noProof="1">
                <a:solidFill>
                  <a:srgbClr val="004EA2"/>
                </a:solidFill>
                <a:latin typeface="Arial" panose="020B0604020202020204" pitchFamily="34" charset="0"/>
                <a:ea typeface="微软雅黑" panose="020B0503020204020204" charset="-122"/>
                <a:cs typeface="Arial" panose="020B0604020202020204" pitchFamily="34" charset="0"/>
                <a:sym typeface="Arial" panose="020B0604020202020204" pitchFamily="34" charset="0"/>
              </a:rPr>
              <a:t>1.1</a:t>
            </a:r>
            <a:r>
              <a:rPr lang="en-US" altLang="zh-CN" sz="2400" b="1" kern="0" noProof="1">
                <a:solidFill>
                  <a:srgbClr val="004EA2"/>
                </a:solidFill>
                <a:latin typeface="微软雅黑" panose="020B0503020204020204" charset="-122"/>
                <a:ea typeface="微软雅黑" panose="020B0503020204020204" charset="-122"/>
                <a:sym typeface="Arial" panose="020B0604020202020204" pitchFamily="34" charset="0"/>
              </a:rPr>
              <a:t> </a:t>
            </a:r>
            <a:endParaRPr lang="en-US" altLang="zh-CN" sz="2400" b="1" kern="0" noProof="1">
              <a:solidFill>
                <a:srgbClr val="004EA2"/>
              </a:solidFill>
              <a:latin typeface="微软雅黑" panose="020B0503020204020204" charset="-122"/>
              <a:ea typeface="微软雅黑" panose="020B0503020204020204" charset="-122"/>
              <a:sym typeface="Arial" panose="020B0604020202020204" pitchFamily="34" charset="0"/>
            </a:endParaRPr>
          </a:p>
        </p:txBody>
      </p:sp>
      <p:sp>
        <p:nvSpPr>
          <p:cNvPr id="6" name="矩形 8"/>
          <p:cNvSpPr/>
          <p:nvPr/>
        </p:nvSpPr>
        <p:spPr bwMode="auto">
          <a:xfrm>
            <a:off x="2160000" y="470242"/>
            <a:ext cx="5051425" cy="497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20000"/>
              </a:lnSpc>
            </a:pPr>
            <a:r>
              <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rPr>
              <a:t>建立管理类统一</a:t>
            </a:r>
            <a:r>
              <a:rPr lang="en-US" altLang="zh-CN"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rPr>
              <a:t>UI</a:t>
            </a:r>
            <a:r>
              <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rPr>
              <a:t>规范的思路</a:t>
            </a:r>
            <a:endPar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endParaRPr>
          </a:p>
        </p:txBody>
      </p:sp>
      <p:sp>
        <p:nvSpPr>
          <p:cNvPr id="3" name="矩形 11"/>
          <p:cNvSpPr/>
          <p:nvPr/>
        </p:nvSpPr>
        <p:spPr bwMode="auto">
          <a:xfrm>
            <a:off x="2160441" y="99159"/>
            <a:ext cx="2001655" cy="460375"/>
          </a:xfrm>
          <a:prstGeom prst="rect">
            <a:avLst/>
          </a:prstGeom>
          <a:grp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pPr>
            <a:r>
              <a:rPr kumimoji="0" lang="zh-CN" altLang="en-US" sz="2000" b="1" i="0" u="none" strike="noStrike" kern="0" cap="none" spc="0" normalizeH="0" baseline="0" noProof="0" dirty="0">
                <a:ln>
                  <a:noFill/>
                </a:ln>
                <a:solidFill>
                  <a:srgbClr val="FFFFFF">
                    <a:lumMod val="65000"/>
                  </a:srgbClr>
                </a:solidFill>
                <a:effectLst/>
                <a:uLnTx/>
                <a:uFillTx/>
                <a:latin typeface="微软雅黑" panose="020B0503020204020204" charset="-122"/>
                <a:ea typeface="微软雅黑" panose="020B0503020204020204" charset="-122"/>
                <a:cs typeface="微软雅黑" panose="020B0503020204020204" charset="-122"/>
              </a:rPr>
              <a:t>统一</a:t>
            </a:r>
            <a:r>
              <a:rPr kumimoji="0" lang="en-US" altLang="zh-CN" sz="2000" b="1" i="0" u="none" strike="noStrike" kern="0" cap="none" spc="0" normalizeH="0" baseline="0" noProof="0" dirty="0">
                <a:ln>
                  <a:noFill/>
                </a:ln>
                <a:solidFill>
                  <a:srgbClr val="FFFFFF">
                    <a:lumMod val="65000"/>
                  </a:srgbClr>
                </a:solidFill>
                <a:effectLst/>
                <a:uLnTx/>
                <a:uFillTx/>
                <a:latin typeface="微软雅黑" panose="020B0503020204020204" charset="-122"/>
                <a:ea typeface="微软雅黑" panose="020B0503020204020204" charset="-122"/>
                <a:cs typeface="微软雅黑" panose="020B0503020204020204" charset="-122"/>
              </a:rPr>
              <a:t>UI</a:t>
            </a:r>
            <a:r>
              <a:rPr kumimoji="0" lang="zh-CN" altLang="en-US" sz="2000" b="1" i="0" u="none" strike="noStrike" kern="0" cap="none" spc="0" normalizeH="0" baseline="0" noProof="0" dirty="0">
                <a:ln>
                  <a:noFill/>
                </a:ln>
                <a:solidFill>
                  <a:srgbClr val="FFFFFF">
                    <a:lumMod val="65000"/>
                  </a:srgbClr>
                </a:solidFill>
                <a:effectLst/>
                <a:uLnTx/>
                <a:uFillTx/>
                <a:latin typeface="微软雅黑" panose="020B0503020204020204" charset="-122"/>
                <a:ea typeface="微软雅黑" panose="020B0503020204020204" charset="-122"/>
                <a:cs typeface="微软雅黑" panose="020B0503020204020204" charset="-122"/>
              </a:rPr>
              <a:t>规范</a:t>
            </a:r>
            <a:endParaRPr kumimoji="0" lang="zh-CN" altLang="en-US" sz="2000" b="1" i="0" u="none" strike="noStrike" kern="0" cap="none" spc="0" normalizeH="0" baseline="0" noProof="0" dirty="0">
              <a:ln>
                <a:noFill/>
              </a:ln>
              <a:solidFill>
                <a:srgbClr val="FFFFFF">
                  <a:lumMod val="65000"/>
                </a:srgbClr>
              </a:solidFill>
              <a:effectLst/>
              <a:uLnTx/>
              <a:uFillTx/>
              <a:latin typeface="微软雅黑" panose="020B0503020204020204" charset="-122"/>
              <a:ea typeface="微软雅黑" panose="020B0503020204020204" charset="-122"/>
              <a:cs typeface="微软雅黑" panose="020B0503020204020204" charset="-122"/>
            </a:endParaRPr>
          </a:p>
        </p:txBody>
      </p:sp>
      <p:sp>
        <p:nvSpPr>
          <p:cNvPr id="9" name="文本框 8"/>
          <p:cNvSpPr txBox="1"/>
          <p:nvPr/>
        </p:nvSpPr>
        <p:spPr>
          <a:xfrm>
            <a:off x="701013" y="2217523"/>
            <a:ext cx="4944875" cy="1884618"/>
          </a:xfrm>
          <a:prstGeom prst="rect">
            <a:avLst/>
          </a:prstGeom>
          <a:noFill/>
        </p:spPr>
        <p:txBody>
          <a:bodyPr wrap="square" rtlCol="0">
            <a:spAutoFit/>
          </a:bodyPr>
          <a:lstStyle/>
          <a:p>
            <a:pPr>
              <a:lnSpc>
                <a:spcPct val="150000"/>
              </a:lnSpc>
              <a:spcBef>
                <a:spcPts val="0"/>
              </a:spcBef>
              <a:spcAft>
                <a:spcPts val="0"/>
              </a:spcAft>
            </a:pPr>
            <a:r>
              <a:rPr lang="zh-CN" altLang="en-US" sz="2000" dirty="0">
                <a:latin typeface="微软雅黑" panose="020B0503020204020204" charset="-122"/>
                <a:ea typeface="微软雅黑" panose="020B0503020204020204" charset="-122"/>
                <a:cs typeface="微软雅黑" panose="020B0503020204020204" charset="-122"/>
              </a:rPr>
              <a:t>遵循</a:t>
            </a:r>
            <a:r>
              <a:rPr lang="en-US" altLang="zh-CN" sz="2000" b="1" dirty="0">
                <a:solidFill>
                  <a:srgbClr val="004EA2"/>
                </a:solidFill>
                <a:latin typeface="微软雅黑" panose="020B0503020204020204" charset="-122"/>
                <a:ea typeface="微软雅黑" panose="020B0503020204020204" charset="-122"/>
              </a:rPr>
              <a:t>《</a:t>
            </a:r>
            <a:r>
              <a:rPr lang="zh-CN" altLang="en-US" sz="2000" b="1" dirty="0">
                <a:solidFill>
                  <a:srgbClr val="004EA2"/>
                </a:solidFill>
                <a:latin typeface="微软雅黑" panose="020B0503020204020204" charset="-122"/>
                <a:ea typeface="微软雅黑" panose="020B0503020204020204" charset="-122"/>
              </a:rPr>
              <a:t>企业应用软件界面设计规范</a:t>
            </a:r>
            <a:r>
              <a:rPr lang="en-US" altLang="zh-CN" sz="2000" b="1" dirty="0">
                <a:solidFill>
                  <a:srgbClr val="004EA2"/>
                </a:solidFill>
                <a:latin typeface="微软雅黑" panose="020B0503020204020204" charset="-122"/>
                <a:ea typeface="微软雅黑" panose="020B0503020204020204" charset="-122"/>
              </a:rPr>
              <a:t>》</a:t>
            </a:r>
            <a:r>
              <a:rPr lang="zh-CN" altLang="en-US" sz="2000" dirty="0">
                <a:latin typeface="微软雅黑" panose="020B0503020204020204" charset="-122"/>
                <a:ea typeface="微软雅黑" panose="020B0503020204020204" charset="-122"/>
                <a:cs typeface="微软雅黑" panose="020B0503020204020204" charset="-122"/>
              </a:rPr>
              <a:t>总体要求，以</a:t>
            </a:r>
            <a:r>
              <a:rPr lang="en-US" altLang="zh-CN" sz="2000" b="1" dirty="0">
                <a:solidFill>
                  <a:srgbClr val="004EA2"/>
                </a:solidFill>
                <a:latin typeface="微软雅黑" panose="020B0503020204020204" charset="-122"/>
                <a:ea typeface="微软雅黑" panose="020B0503020204020204" charset="-122"/>
              </a:rPr>
              <a:t>Ant Design Pro of Vue</a:t>
            </a:r>
            <a:r>
              <a:rPr lang="zh-CN" altLang="en-US" sz="2000" dirty="0">
                <a:latin typeface="微软雅黑" panose="020B0503020204020204" charset="-122"/>
                <a:ea typeface="微软雅黑" panose="020B0503020204020204" charset="-122"/>
                <a:cs typeface="微软雅黑" panose="020B0503020204020204" charset="-122"/>
              </a:rPr>
              <a:t>框架为样例，构建</a:t>
            </a:r>
            <a:r>
              <a:rPr lang="en-US" altLang="zh-CN" sz="2000" b="1" dirty="0">
                <a:solidFill>
                  <a:srgbClr val="004EA2"/>
                </a:solidFill>
                <a:latin typeface="微软雅黑" panose="020B0503020204020204" charset="-122"/>
                <a:ea typeface="微软雅黑" panose="020B0503020204020204" charset="-122"/>
              </a:rPr>
              <a:t>《</a:t>
            </a:r>
            <a:r>
              <a:rPr lang="zh-CN" altLang="en-US" sz="2000" b="1" dirty="0">
                <a:solidFill>
                  <a:srgbClr val="004EA2"/>
                </a:solidFill>
                <a:latin typeface="微软雅黑" panose="020B0503020204020204" charset="-122"/>
                <a:ea typeface="微软雅黑" panose="020B0503020204020204" charset="-122"/>
              </a:rPr>
              <a:t>公司经营管理类系统统一</a:t>
            </a:r>
            <a:r>
              <a:rPr lang="en-US" altLang="zh-CN" sz="2000" b="1" dirty="0">
                <a:solidFill>
                  <a:srgbClr val="004EA2"/>
                </a:solidFill>
                <a:latin typeface="微软雅黑" panose="020B0503020204020204" charset="-122"/>
                <a:ea typeface="微软雅黑" panose="020B0503020204020204" charset="-122"/>
              </a:rPr>
              <a:t>UI</a:t>
            </a:r>
            <a:r>
              <a:rPr lang="zh-CN" altLang="en-US" sz="2000" b="1" dirty="0">
                <a:solidFill>
                  <a:srgbClr val="004EA2"/>
                </a:solidFill>
                <a:latin typeface="微软雅黑" panose="020B0503020204020204" charset="-122"/>
                <a:ea typeface="微软雅黑" panose="020B0503020204020204" charset="-122"/>
              </a:rPr>
              <a:t>风格规范</a:t>
            </a:r>
            <a:r>
              <a:rPr lang="en-US" altLang="zh-CN" sz="2000" b="1" dirty="0">
                <a:solidFill>
                  <a:srgbClr val="004EA2"/>
                </a:solidFill>
                <a:latin typeface="微软雅黑" panose="020B0503020204020204" charset="-122"/>
                <a:ea typeface="微软雅黑" panose="020B0503020204020204" charset="-122"/>
              </a:rPr>
              <a:t>》</a:t>
            </a:r>
            <a:r>
              <a:rPr lang="zh-CN" altLang="en-US" sz="2000" dirty="0">
                <a:latin typeface="微软雅黑" panose="020B0503020204020204" charset="-122"/>
                <a:ea typeface="微软雅黑" panose="020B0503020204020204" charset="-122"/>
                <a:cs typeface="微软雅黑" panose="020B0503020204020204" charset="-122"/>
              </a:rPr>
              <a:t>。</a:t>
            </a:r>
            <a:endParaRPr lang="en-US" altLang="zh-CN" sz="2000" dirty="0">
              <a:latin typeface="微软雅黑" panose="020B0503020204020204" charset="-122"/>
              <a:ea typeface="微软雅黑" panose="020B0503020204020204" charset="-122"/>
              <a:cs typeface="微软雅黑" panose="020B0503020204020204" charset="-122"/>
            </a:endParaRPr>
          </a:p>
        </p:txBody>
      </p:sp>
      <p:pic>
        <p:nvPicPr>
          <p:cNvPr id="13" name="图片 12"/>
          <p:cNvPicPr>
            <a:picLocks noChangeAspect="1"/>
          </p:cNvPicPr>
          <p:nvPr/>
        </p:nvPicPr>
        <p:blipFill>
          <a:blip r:embed="rId1"/>
          <a:stretch>
            <a:fillRect/>
          </a:stretch>
        </p:blipFill>
        <p:spPr>
          <a:xfrm>
            <a:off x="6918545" y="860552"/>
            <a:ext cx="4338034" cy="2713943"/>
          </a:xfrm>
          <a:prstGeom prst="rect">
            <a:avLst/>
          </a:prstGeom>
          <a:ln>
            <a:solidFill>
              <a:schemeClr val="accent1">
                <a:lumMod val="75000"/>
              </a:schemeClr>
            </a:solidFill>
          </a:ln>
          <a:effectLst>
            <a:outerShdw blurRad="50800" dist="38100" dir="2700000" algn="tl" rotWithShape="0">
              <a:prstClr val="black">
                <a:alpha val="40000"/>
              </a:prstClr>
            </a:outerShdw>
          </a:effectLst>
        </p:spPr>
      </p:pic>
      <p:pic>
        <p:nvPicPr>
          <p:cNvPr id="17" name="图片 16"/>
          <p:cNvPicPr>
            <a:picLocks noChangeAspect="1"/>
          </p:cNvPicPr>
          <p:nvPr/>
        </p:nvPicPr>
        <p:blipFill>
          <a:blip r:embed="rId2"/>
          <a:stretch>
            <a:fillRect/>
          </a:stretch>
        </p:blipFill>
        <p:spPr>
          <a:xfrm>
            <a:off x="6918545" y="3913112"/>
            <a:ext cx="4338000" cy="2444794"/>
          </a:xfrm>
          <a:prstGeom prst="rect">
            <a:avLst/>
          </a:prstGeom>
          <a:ln>
            <a:solidFill>
              <a:schemeClr val="accent1">
                <a:lumMod val="75000"/>
              </a:schemeClr>
            </a:solidFill>
          </a:ln>
          <a:effectLst>
            <a:outerShdw blurRad="50800" dist="38100" dir="2700000" algn="tl" rotWithShape="0">
              <a:prstClr val="black">
                <a:alpha val="40000"/>
              </a:prstClr>
            </a:outerShdw>
          </a:effectLst>
        </p:spPr>
      </p:pic>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222374" y="502085"/>
            <a:ext cx="879891" cy="460375"/>
          </a:xfrm>
          <a:prstGeom prst="rect">
            <a:avLst/>
          </a:prstGeom>
          <a:noFill/>
        </p:spPr>
        <p:txBody>
          <a:bodyPr wrap="square">
            <a:spAutoFit/>
          </a:bodyPr>
          <a:lstStyle>
            <a:defPPr>
              <a:defRPr lang="zh-CN"/>
            </a:defPPr>
            <a:lvl1pPr>
              <a:defRPr sz="15000">
                <a:gradFill flip="none" rotWithShape="1">
                  <a:gsLst>
                    <a:gs pos="23000">
                      <a:srgbClr val="C0DBD2"/>
                    </a:gs>
                    <a:gs pos="86239">
                      <a:srgbClr val="A6CFC9"/>
                    </a:gs>
                    <a:gs pos="47000">
                      <a:srgbClr val="7AA99E"/>
                    </a:gs>
                  </a:gsLst>
                  <a:lin ang="2700000" scaled="1"/>
                  <a:tileRect/>
                </a:gradFill>
                <a:latin typeface="Aa武道家" pitchFamily="18" charset="-122"/>
                <a:ea typeface="Aa武道家" pitchFamily="18" charset="-122"/>
              </a:defRPr>
            </a:lvl1pPr>
          </a:lstStyle>
          <a:p>
            <a:pPr eaLnBrk="1" fontAlgn="auto" hangingPunct="1">
              <a:defRPr/>
            </a:pPr>
            <a:r>
              <a:rPr lang="en-US" altLang="zh-CN" sz="2400" b="1" kern="0" noProof="1">
                <a:solidFill>
                  <a:srgbClr val="004EA2"/>
                </a:solidFill>
                <a:latin typeface="Arial" panose="020B0604020202020204" pitchFamily="34" charset="0"/>
                <a:ea typeface="微软雅黑" panose="020B0503020204020204" charset="-122"/>
                <a:cs typeface="Arial" panose="020B0604020202020204" pitchFamily="34" charset="0"/>
                <a:sym typeface="Arial" panose="020B0604020202020204" pitchFamily="34" charset="0"/>
              </a:rPr>
              <a:t>1.2</a:t>
            </a:r>
            <a:r>
              <a:rPr lang="en-US" altLang="zh-CN" sz="2400" b="1" kern="0" noProof="1">
                <a:solidFill>
                  <a:srgbClr val="004EA2"/>
                </a:solidFill>
                <a:latin typeface="微软雅黑" panose="020B0503020204020204" charset="-122"/>
                <a:ea typeface="微软雅黑" panose="020B0503020204020204" charset="-122"/>
                <a:sym typeface="Arial" panose="020B0604020202020204" pitchFamily="34" charset="0"/>
              </a:rPr>
              <a:t> </a:t>
            </a:r>
            <a:endParaRPr lang="en-US" altLang="zh-CN" sz="2400" b="1" kern="0" noProof="1">
              <a:solidFill>
                <a:srgbClr val="004EA2"/>
              </a:solidFill>
              <a:latin typeface="微软雅黑" panose="020B0503020204020204" charset="-122"/>
              <a:ea typeface="微软雅黑" panose="020B0503020204020204" charset="-122"/>
              <a:sym typeface="Arial" panose="020B0604020202020204" pitchFamily="34" charset="0"/>
            </a:endParaRPr>
          </a:p>
        </p:txBody>
      </p:sp>
      <p:sp>
        <p:nvSpPr>
          <p:cNvPr id="6" name="矩形 8"/>
          <p:cNvSpPr/>
          <p:nvPr/>
        </p:nvSpPr>
        <p:spPr bwMode="auto">
          <a:xfrm>
            <a:off x="2160000" y="470242"/>
            <a:ext cx="5051425" cy="497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20000"/>
              </a:lnSpc>
            </a:pPr>
            <a:r>
              <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rPr>
              <a:t>建立管理类统一</a:t>
            </a:r>
            <a:r>
              <a:rPr lang="en-US" altLang="zh-CN"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rPr>
              <a:t>UI</a:t>
            </a:r>
            <a:r>
              <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rPr>
              <a:t>规范的基本原则</a:t>
            </a:r>
            <a:endPar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endParaRPr>
          </a:p>
        </p:txBody>
      </p:sp>
      <p:sp>
        <p:nvSpPr>
          <p:cNvPr id="11" name="文本框 10"/>
          <p:cNvSpPr txBox="1"/>
          <p:nvPr/>
        </p:nvSpPr>
        <p:spPr>
          <a:xfrm>
            <a:off x="227071" y="1889211"/>
            <a:ext cx="5366955" cy="1156855"/>
          </a:xfrm>
          <a:prstGeom prst="rect">
            <a:avLst/>
          </a:prstGeom>
          <a:noFill/>
        </p:spPr>
        <p:txBody>
          <a:bodyPr wrap="square">
            <a:spAutoFit/>
          </a:bodyPr>
          <a:lstStyle>
            <a:defPPr>
              <a:defRPr lang="zh-CN"/>
            </a:defPPr>
            <a:lvl1pPr marL="171450" indent="-171450">
              <a:buFont typeface="Arial" panose="020B0604020202020204" pitchFamily="34" charset="0"/>
              <a:buChar char="•"/>
              <a:defRPr sz="1100"/>
            </a:lvl1pPr>
          </a:lstStyle>
          <a:p>
            <a:pPr>
              <a:lnSpc>
                <a:spcPct val="150000"/>
              </a:lnSpc>
            </a:pPr>
            <a:r>
              <a:rPr lang="zh-CN" altLang="en-US" sz="1600" dirty="0">
                <a:latin typeface="微软雅黑" panose="020B0503020204020204" charset="-122"/>
                <a:ea typeface="微软雅黑" panose="020B0503020204020204" charset="-122"/>
                <a:cs typeface="微软雅黑" panose="020B0503020204020204" charset="-122"/>
              </a:rPr>
              <a:t>经营管理类软件界面的信息架构、界面逻辑、样式布局、操作方式等应保持一致，以保证用户使用习惯一致，降低学习成本。</a:t>
            </a:r>
            <a:endParaRPr lang="zh-CN" altLang="en-US" sz="1600" dirty="0">
              <a:latin typeface="微软雅黑" panose="020B0503020204020204" charset="-122"/>
              <a:ea typeface="微软雅黑" panose="020B0503020204020204" charset="-122"/>
            </a:endParaRPr>
          </a:p>
        </p:txBody>
      </p:sp>
      <p:sp>
        <p:nvSpPr>
          <p:cNvPr id="12" name="矩形 11"/>
          <p:cNvSpPr/>
          <p:nvPr/>
        </p:nvSpPr>
        <p:spPr>
          <a:xfrm>
            <a:off x="324694" y="1328170"/>
            <a:ext cx="2667887" cy="497957"/>
          </a:xfrm>
          <a:prstGeom prst="rect">
            <a:avLst/>
          </a:prstGeom>
          <a:solidFill>
            <a:srgbClr val="0B308F"/>
          </a:solidFill>
          <a:ln>
            <a:solidFill>
              <a:srgbClr val="0B308F"/>
            </a:solidFill>
          </a:ln>
        </p:spPr>
        <p:style>
          <a:lnRef idx="2">
            <a:schemeClr val="lt1">
              <a:hueOff val="0"/>
              <a:satOff val="0"/>
              <a:lumOff val="0"/>
              <a:alphaOff val="0"/>
            </a:schemeClr>
          </a:lnRef>
          <a:fillRef idx="1">
            <a:schemeClr val="accent5">
              <a:hueOff val="-1241735"/>
              <a:satOff val="4976"/>
              <a:lumOff val="1078"/>
              <a:alphaOff val="0"/>
            </a:schemeClr>
          </a:fillRef>
          <a:effectRef idx="0">
            <a:schemeClr val="accent5">
              <a:hueOff val="-1241735"/>
              <a:satOff val="4976"/>
              <a:lumOff val="1078"/>
              <a:alphaOff val="0"/>
            </a:schemeClr>
          </a:effectRef>
          <a:fontRef idx="minor">
            <a:schemeClr val="lt1"/>
          </a:fontRef>
        </p:style>
        <p:txBody>
          <a:bodyPr rtlCol="0" anchor="ctr"/>
          <a:lstStyle/>
          <a:p>
            <a:pPr algn="ctr"/>
            <a:r>
              <a:rPr lang="zh-CN" altLang="en-US" sz="2000" b="1" dirty="0">
                <a:solidFill>
                  <a:schemeClr val="bg1"/>
                </a:solidFill>
                <a:latin typeface="微软雅黑" panose="020B0503020204020204" charset="-122"/>
                <a:ea typeface="微软雅黑" panose="020B0503020204020204" charset="-122"/>
              </a:rPr>
              <a:t>一致性</a:t>
            </a:r>
            <a:endParaRPr lang="zh-CN" altLang="en-US" sz="2000" b="1" dirty="0">
              <a:solidFill>
                <a:schemeClr val="bg1"/>
              </a:solidFill>
              <a:latin typeface="微软雅黑" panose="020B0503020204020204" charset="-122"/>
              <a:ea typeface="微软雅黑" panose="020B0503020204020204" charset="-122"/>
            </a:endParaRPr>
          </a:p>
        </p:txBody>
      </p:sp>
      <p:sp>
        <p:nvSpPr>
          <p:cNvPr id="13" name="文本框 12"/>
          <p:cNvSpPr txBox="1"/>
          <p:nvPr/>
        </p:nvSpPr>
        <p:spPr>
          <a:xfrm>
            <a:off x="5998377" y="1889211"/>
            <a:ext cx="5366955" cy="1156855"/>
          </a:xfrm>
          <a:prstGeom prst="rect">
            <a:avLst/>
          </a:prstGeom>
          <a:noFill/>
        </p:spPr>
        <p:txBody>
          <a:bodyPr wrap="square">
            <a:spAutoFit/>
          </a:bodyPr>
          <a:lstStyle>
            <a:defPPr>
              <a:defRPr lang="zh-CN"/>
            </a:defPPr>
            <a:lvl1pPr marL="171450" indent="-171450">
              <a:buFont typeface="Arial" panose="020B0604020202020204" pitchFamily="34" charset="0"/>
              <a:buChar char="•"/>
              <a:defRPr sz="1100"/>
            </a:lvl1pPr>
          </a:lstStyle>
          <a:p>
            <a:pPr>
              <a:lnSpc>
                <a:spcPct val="150000"/>
              </a:lnSpc>
            </a:pPr>
            <a:r>
              <a:rPr lang="zh-CN" altLang="en-US" sz="1600" dirty="0">
                <a:latin typeface="微软雅黑" panose="020B0503020204020204" charset="-122"/>
                <a:ea typeface="微软雅黑" panose="020B0503020204020204" charset="-122"/>
                <a:cs typeface="微软雅黑" panose="020B0503020204020204" charset="-122"/>
              </a:rPr>
              <a:t>经营管理类软件的界面设计应服务于功能，坚持以用户体验为中心，简化视觉层级，减少视觉噪音，使信息传达清晰准确，界面美观且易用。</a:t>
            </a:r>
            <a:endParaRPr lang="zh-CN" altLang="en-US" sz="1600" dirty="0">
              <a:latin typeface="微软雅黑" panose="020B0503020204020204" charset="-122"/>
              <a:ea typeface="微软雅黑" panose="020B0503020204020204" charset="-122"/>
              <a:cs typeface="微软雅黑" panose="020B0503020204020204" charset="-122"/>
            </a:endParaRPr>
          </a:p>
        </p:txBody>
      </p:sp>
      <p:sp>
        <p:nvSpPr>
          <p:cNvPr id="14" name="矩形 13"/>
          <p:cNvSpPr/>
          <p:nvPr/>
        </p:nvSpPr>
        <p:spPr>
          <a:xfrm>
            <a:off x="6096000" y="1328170"/>
            <a:ext cx="2667887" cy="497957"/>
          </a:xfrm>
          <a:prstGeom prst="rect">
            <a:avLst/>
          </a:prstGeom>
          <a:solidFill>
            <a:srgbClr val="0B308F"/>
          </a:solidFill>
          <a:ln>
            <a:solidFill>
              <a:srgbClr val="0B308F"/>
            </a:solidFill>
          </a:ln>
        </p:spPr>
        <p:style>
          <a:lnRef idx="2">
            <a:schemeClr val="lt1">
              <a:hueOff val="0"/>
              <a:satOff val="0"/>
              <a:lumOff val="0"/>
              <a:alphaOff val="0"/>
            </a:schemeClr>
          </a:lnRef>
          <a:fillRef idx="1">
            <a:schemeClr val="accent5">
              <a:hueOff val="-1241735"/>
              <a:satOff val="4976"/>
              <a:lumOff val="1078"/>
              <a:alphaOff val="0"/>
            </a:schemeClr>
          </a:fillRef>
          <a:effectRef idx="0">
            <a:schemeClr val="accent5">
              <a:hueOff val="-1241735"/>
              <a:satOff val="4976"/>
              <a:lumOff val="1078"/>
              <a:alphaOff val="0"/>
            </a:schemeClr>
          </a:effectRef>
          <a:fontRef idx="minor">
            <a:schemeClr val="lt1"/>
          </a:fontRef>
        </p:style>
        <p:txBody>
          <a:bodyPr rtlCol="0" anchor="ctr"/>
          <a:lstStyle/>
          <a:p>
            <a:pPr algn="ctr"/>
            <a:r>
              <a:rPr lang="zh-CN" altLang="en-US" sz="2000" b="1" dirty="0">
                <a:solidFill>
                  <a:schemeClr val="bg1"/>
                </a:solidFill>
                <a:latin typeface="微软雅黑" panose="020B0503020204020204" charset="-122"/>
                <a:ea typeface="微软雅黑" panose="020B0503020204020204" charset="-122"/>
              </a:rPr>
              <a:t>易用性</a:t>
            </a:r>
            <a:endParaRPr lang="zh-CN" altLang="en-US" sz="2000" b="1" dirty="0">
              <a:solidFill>
                <a:schemeClr val="bg1"/>
              </a:solidFill>
              <a:latin typeface="微软雅黑" panose="020B0503020204020204" charset="-122"/>
              <a:ea typeface="微软雅黑" panose="020B0503020204020204" charset="-122"/>
            </a:endParaRPr>
          </a:p>
        </p:txBody>
      </p:sp>
      <p:sp>
        <p:nvSpPr>
          <p:cNvPr id="15" name="文本框 14"/>
          <p:cNvSpPr txBox="1"/>
          <p:nvPr/>
        </p:nvSpPr>
        <p:spPr>
          <a:xfrm>
            <a:off x="236050" y="3741062"/>
            <a:ext cx="5366955" cy="1156855"/>
          </a:xfrm>
          <a:prstGeom prst="rect">
            <a:avLst/>
          </a:prstGeom>
          <a:noFill/>
        </p:spPr>
        <p:txBody>
          <a:bodyPr wrap="square">
            <a:spAutoFit/>
          </a:bodyPr>
          <a:lstStyle>
            <a:defPPr>
              <a:defRPr lang="zh-CN"/>
            </a:defPPr>
            <a:lvl1pPr marL="171450" indent="-171450">
              <a:buFont typeface="Arial" panose="020B0604020202020204" pitchFamily="34" charset="0"/>
              <a:buChar char="•"/>
              <a:defRPr sz="1100"/>
            </a:lvl1pPr>
          </a:lstStyle>
          <a:p>
            <a:pPr>
              <a:lnSpc>
                <a:spcPct val="150000"/>
              </a:lnSpc>
            </a:pPr>
            <a:r>
              <a:rPr lang="zh-CN" altLang="en-US" sz="1600" dirty="0">
                <a:latin typeface="微软雅黑" panose="020B0503020204020204" charset="-122"/>
                <a:ea typeface="微软雅黑" panose="020B0503020204020204" charset="-122"/>
                <a:cs typeface="微软雅黑" panose="020B0503020204020204" charset="-122"/>
              </a:rPr>
              <a:t>经营管理类软件界面设计应与人的视觉、听觉、触觉等生理特性以及认知、感知等相兼容。遵循用户已经习惯的交互方式和交互逻辑，降低学习成本。</a:t>
            </a:r>
            <a:endParaRPr lang="zh-CN" altLang="en-US" sz="1600" dirty="0">
              <a:latin typeface="微软雅黑" panose="020B0503020204020204" charset="-122"/>
              <a:ea typeface="微软雅黑" panose="020B0503020204020204" charset="-122"/>
              <a:cs typeface="微软雅黑" panose="020B0503020204020204" charset="-122"/>
            </a:endParaRPr>
          </a:p>
        </p:txBody>
      </p:sp>
      <p:sp>
        <p:nvSpPr>
          <p:cNvPr id="16" name="矩形 15"/>
          <p:cNvSpPr/>
          <p:nvPr/>
        </p:nvSpPr>
        <p:spPr>
          <a:xfrm>
            <a:off x="333673" y="3180021"/>
            <a:ext cx="2667887" cy="497957"/>
          </a:xfrm>
          <a:prstGeom prst="rect">
            <a:avLst/>
          </a:prstGeom>
          <a:solidFill>
            <a:srgbClr val="0B308F"/>
          </a:solidFill>
          <a:ln>
            <a:solidFill>
              <a:srgbClr val="0B308F"/>
            </a:solidFill>
          </a:ln>
        </p:spPr>
        <p:style>
          <a:lnRef idx="2">
            <a:schemeClr val="lt1">
              <a:hueOff val="0"/>
              <a:satOff val="0"/>
              <a:lumOff val="0"/>
              <a:alphaOff val="0"/>
            </a:schemeClr>
          </a:lnRef>
          <a:fillRef idx="1">
            <a:schemeClr val="accent5">
              <a:hueOff val="-1241735"/>
              <a:satOff val="4976"/>
              <a:lumOff val="1078"/>
              <a:alphaOff val="0"/>
            </a:schemeClr>
          </a:fillRef>
          <a:effectRef idx="0">
            <a:schemeClr val="accent5">
              <a:hueOff val="-1241735"/>
              <a:satOff val="4976"/>
              <a:lumOff val="1078"/>
              <a:alphaOff val="0"/>
            </a:schemeClr>
          </a:effectRef>
          <a:fontRef idx="minor">
            <a:schemeClr val="lt1"/>
          </a:fontRef>
        </p:style>
        <p:txBody>
          <a:bodyPr rtlCol="0" anchor="ctr"/>
          <a:lstStyle/>
          <a:p>
            <a:pPr algn="ctr"/>
            <a:r>
              <a:rPr lang="zh-CN" altLang="en-US" sz="2000" b="1" dirty="0">
                <a:solidFill>
                  <a:schemeClr val="bg1"/>
                </a:solidFill>
                <a:latin typeface="微软雅黑" panose="020B0503020204020204" charset="-122"/>
                <a:ea typeface="微软雅黑" panose="020B0503020204020204" charset="-122"/>
              </a:rPr>
              <a:t>认知性</a:t>
            </a:r>
            <a:endParaRPr lang="zh-CN" altLang="en-US" sz="2000" b="1" dirty="0">
              <a:solidFill>
                <a:schemeClr val="bg1"/>
              </a:solidFill>
              <a:latin typeface="微软雅黑" panose="020B0503020204020204" charset="-122"/>
              <a:ea typeface="微软雅黑" panose="020B0503020204020204" charset="-122"/>
            </a:endParaRPr>
          </a:p>
        </p:txBody>
      </p:sp>
      <p:sp>
        <p:nvSpPr>
          <p:cNvPr id="17" name="文本框 16"/>
          <p:cNvSpPr txBox="1"/>
          <p:nvPr/>
        </p:nvSpPr>
        <p:spPr>
          <a:xfrm>
            <a:off x="6007356" y="3741062"/>
            <a:ext cx="5366955" cy="1526187"/>
          </a:xfrm>
          <a:prstGeom prst="rect">
            <a:avLst/>
          </a:prstGeom>
          <a:noFill/>
        </p:spPr>
        <p:txBody>
          <a:bodyPr wrap="square">
            <a:spAutoFit/>
          </a:bodyPr>
          <a:lstStyle>
            <a:defPPr>
              <a:defRPr lang="zh-CN"/>
            </a:defPPr>
            <a:lvl1pPr marL="171450" indent="-171450">
              <a:buFont typeface="Arial" panose="020B0604020202020204" pitchFamily="34" charset="0"/>
              <a:buChar char="•"/>
              <a:defRPr sz="1100"/>
            </a:lvl1pPr>
          </a:lstStyle>
          <a:p>
            <a:pPr>
              <a:lnSpc>
                <a:spcPct val="150000"/>
              </a:lnSpc>
            </a:pPr>
            <a:r>
              <a:rPr lang="zh-CN" altLang="en-US" sz="1600" dirty="0">
                <a:latin typeface="微软雅黑" panose="020B0503020204020204" charset="-122"/>
                <a:ea typeface="微软雅黑" panose="020B0503020204020204" charset="-122"/>
                <a:cs typeface="微软雅黑" panose="020B0503020204020204" charset="-122"/>
              </a:rPr>
              <a:t>经营管理类软件的界面设计应能预见用户合理的错误操作，避免引发用户无意识的错误操作行为，并能给出相应的防错设计。当错误发生时，应及时给予合适的反馈和提醒，并允许用户暂停、回退、撤销或终止当前操作。</a:t>
            </a:r>
            <a:endParaRPr lang="zh-CN" altLang="en-US" sz="1600" dirty="0">
              <a:latin typeface="微软雅黑" panose="020B0503020204020204" charset="-122"/>
              <a:ea typeface="微软雅黑" panose="020B0503020204020204" charset="-122"/>
              <a:cs typeface="微软雅黑" panose="020B0503020204020204" charset="-122"/>
            </a:endParaRPr>
          </a:p>
        </p:txBody>
      </p:sp>
      <p:sp>
        <p:nvSpPr>
          <p:cNvPr id="18" name="矩形 17"/>
          <p:cNvSpPr/>
          <p:nvPr/>
        </p:nvSpPr>
        <p:spPr>
          <a:xfrm>
            <a:off x="6104979" y="3180021"/>
            <a:ext cx="2667887" cy="497957"/>
          </a:xfrm>
          <a:prstGeom prst="rect">
            <a:avLst/>
          </a:prstGeom>
          <a:solidFill>
            <a:srgbClr val="0B308F"/>
          </a:solidFill>
          <a:ln>
            <a:solidFill>
              <a:srgbClr val="0B308F"/>
            </a:solidFill>
          </a:ln>
        </p:spPr>
        <p:style>
          <a:lnRef idx="2">
            <a:schemeClr val="lt1">
              <a:hueOff val="0"/>
              <a:satOff val="0"/>
              <a:lumOff val="0"/>
              <a:alphaOff val="0"/>
            </a:schemeClr>
          </a:lnRef>
          <a:fillRef idx="1">
            <a:schemeClr val="accent5">
              <a:hueOff val="-1241735"/>
              <a:satOff val="4976"/>
              <a:lumOff val="1078"/>
              <a:alphaOff val="0"/>
            </a:schemeClr>
          </a:fillRef>
          <a:effectRef idx="0">
            <a:schemeClr val="accent5">
              <a:hueOff val="-1241735"/>
              <a:satOff val="4976"/>
              <a:lumOff val="1078"/>
              <a:alphaOff val="0"/>
            </a:schemeClr>
          </a:effectRef>
          <a:fontRef idx="minor">
            <a:schemeClr val="lt1"/>
          </a:fontRef>
        </p:style>
        <p:txBody>
          <a:bodyPr rtlCol="0" anchor="ctr"/>
          <a:lstStyle/>
          <a:p>
            <a:pPr algn="ctr"/>
            <a:r>
              <a:rPr lang="zh-CN" altLang="en-US" sz="2000" b="1" dirty="0">
                <a:solidFill>
                  <a:schemeClr val="bg1"/>
                </a:solidFill>
                <a:latin typeface="微软雅黑" panose="020B0503020204020204" charset="-122"/>
                <a:ea typeface="微软雅黑" panose="020B0503020204020204" charset="-122"/>
              </a:rPr>
              <a:t>容错性</a:t>
            </a:r>
            <a:endParaRPr lang="zh-CN" altLang="en-US" sz="2000" b="1" dirty="0">
              <a:solidFill>
                <a:schemeClr val="bg1"/>
              </a:solidFill>
              <a:latin typeface="微软雅黑" panose="020B0503020204020204" charset="-122"/>
              <a:ea typeface="微软雅黑" panose="020B0503020204020204" charset="-122"/>
            </a:endParaRPr>
          </a:p>
        </p:txBody>
      </p:sp>
      <p:sp>
        <p:nvSpPr>
          <p:cNvPr id="19" name="文本框 18"/>
          <p:cNvSpPr txBox="1"/>
          <p:nvPr/>
        </p:nvSpPr>
        <p:spPr>
          <a:xfrm>
            <a:off x="227071" y="5663318"/>
            <a:ext cx="5366955" cy="787523"/>
          </a:xfrm>
          <a:prstGeom prst="rect">
            <a:avLst/>
          </a:prstGeom>
          <a:noFill/>
        </p:spPr>
        <p:txBody>
          <a:bodyPr wrap="square">
            <a:spAutoFit/>
          </a:bodyPr>
          <a:lstStyle>
            <a:defPPr>
              <a:defRPr lang="zh-CN"/>
            </a:defPPr>
            <a:lvl1pPr marL="171450" indent="-171450">
              <a:buFont typeface="Arial" panose="020B0604020202020204" pitchFamily="34" charset="0"/>
              <a:buChar char="•"/>
              <a:defRPr sz="1100"/>
            </a:lvl1pPr>
          </a:lstStyle>
          <a:p>
            <a:pPr>
              <a:lnSpc>
                <a:spcPct val="150000"/>
              </a:lnSpc>
            </a:pPr>
            <a:r>
              <a:rPr lang="zh-CN" altLang="en-US" sz="1600" dirty="0">
                <a:latin typeface="微软雅黑" panose="020B0503020204020204" charset="-122"/>
                <a:ea typeface="微软雅黑" panose="020B0503020204020204" charset="-122"/>
                <a:cs typeface="微软雅黑" panose="020B0503020204020204" charset="-122"/>
              </a:rPr>
              <a:t>经营管理类软件界面设计应根据用户的使用场景为用户提供高效、便捷的交互方式。</a:t>
            </a:r>
            <a:endParaRPr lang="zh-CN" altLang="en-US" sz="1600" dirty="0">
              <a:latin typeface="微软雅黑" panose="020B0503020204020204" charset="-122"/>
              <a:ea typeface="微软雅黑" panose="020B0503020204020204" charset="-122"/>
              <a:cs typeface="微软雅黑" panose="020B0503020204020204" charset="-122"/>
            </a:endParaRPr>
          </a:p>
        </p:txBody>
      </p:sp>
      <p:sp>
        <p:nvSpPr>
          <p:cNvPr id="20" name="矩形 19"/>
          <p:cNvSpPr/>
          <p:nvPr/>
        </p:nvSpPr>
        <p:spPr>
          <a:xfrm>
            <a:off x="324694" y="5102277"/>
            <a:ext cx="2667887" cy="497957"/>
          </a:xfrm>
          <a:prstGeom prst="rect">
            <a:avLst/>
          </a:prstGeom>
          <a:solidFill>
            <a:srgbClr val="0B308F"/>
          </a:solidFill>
          <a:ln>
            <a:solidFill>
              <a:srgbClr val="0B308F"/>
            </a:solidFill>
          </a:ln>
        </p:spPr>
        <p:style>
          <a:lnRef idx="2">
            <a:schemeClr val="lt1">
              <a:hueOff val="0"/>
              <a:satOff val="0"/>
              <a:lumOff val="0"/>
              <a:alphaOff val="0"/>
            </a:schemeClr>
          </a:lnRef>
          <a:fillRef idx="1">
            <a:schemeClr val="accent5">
              <a:hueOff val="-1241735"/>
              <a:satOff val="4976"/>
              <a:lumOff val="1078"/>
              <a:alphaOff val="0"/>
            </a:schemeClr>
          </a:fillRef>
          <a:effectRef idx="0">
            <a:schemeClr val="accent5">
              <a:hueOff val="-1241735"/>
              <a:satOff val="4976"/>
              <a:lumOff val="1078"/>
              <a:alphaOff val="0"/>
            </a:schemeClr>
          </a:effectRef>
          <a:fontRef idx="minor">
            <a:schemeClr val="lt1"/>
          </a:fontRef>
        </p:style>
        <p:txBody>
          <a:bodyPr rtlCol="0" anchor="ctr"/>
          <a:lstStyle/>
          <a:p>
            <a:pPr algn="ctr"/>
            <a:r>
              <a:rPr lang="zh-CN" altLang="en-US" sz="2000" b="1" dirty="0">
                <a:solidFill>
                  <a:schemeClr val="bg1"/>
                </a:solidFill>
                <a:latin typeface="微软雅黑" panose="020B0503020204020204" charset="-122"/>
                <a:ea typeface="微软雅黑" panose="020B0503020204020204" charset="-122"/>
              </a:rPr>
              <a:t>高效性</a:t>
            </a:r>
            <a:endParaRPr lang="zh-CN" altLang="en-US" sz="2000" b="1" dirty="0">
              <a:solidFill>
                <a:schemeClr val="bg1"/>
              </a:solidFill>
              <a:latin typeface="微软雅黑" panose="020B0503020204020204" charset="-122"/>
              <a:ea typeface="微软雅黑" panose="020B0503020204020204" charset="-122"/>
            </a:endParaRPr>
          </a:p>
        </p:txBody>
      </p:sp>
      <p:sp>
        <p:nvSpPr>
          <p:cNvPr id="8" name="矩形 11"/>
          <p:cNvSpPr/>
          <p:nvPr/>
        </p:nvSpPr>
        <p:spPr bwMode="auto">
          <a:xfrm>
            <a:off x="2160441" y="99159"/>
            <a:ext cx="2001655" cy="460375"/>
          </a:xfrm>
          <a:prstGeom prst="rect">
            <a:avLst/>
          </a:prstGeom>
          <a:grp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pPr>
            <a:r>
              <a:rPr kumimoji="0" lang="zh-CN" altLang="en-US" sz="2000" b="1" i="0" u="none" strike="noStrike" kern="0" cap="none" spc="0" normalizeH="0" baseline="0" noProof="0" dirty="0">
                <a:ln>
                  <a:noFill/>
                </a:ln>
                <a:solidFill>
                  <a:srgbClr val="FFFFFF">
                    <a:lumMod val="65000"/>
                  </a:srgbClr>
                </a:solidFill>
                <a:effectLst/>
                <a:uLnTx/>
                <a:uFillTx/>
                <a:latin typeface="微软雅黑" panose="020B0503020204020204" charset="-122"/>
                <a:ea typeface="微软雅黑" panose="020B0503020204020204" charset="-122"/>
                <a:cs typeface="微软雅黑" panose="020B0503020204020204" charset="-122"/>
              </a:rPr>
              <a:t>统一</a:t>
            </a:r>
            <a:r>
              <a:rPr kumimoji="0" lang="en-US" altLang="zh-CN" sz="2000" b="1" i="0" u="none" strike="noStrike" kern="0" cap="none" spc="0" normalizeH="0" baseline="0" noProof="0" dirty="0">
                <a:ln>
                  <a:noFill/>
                </a:ln>
                <a:solidFill>
                  <a:srgbClr val="FFFFFF">
                    <a:lumMod val="65000"/>
                  </a:srgbClr>
                </a:solidFill>
                <a:effectLst/>
                <a:uLnTx/>
                <a:uFillTx/>
                <a:latin typeface="微软雅黑" panose="020B0503020204020204" charset="-122"/>
                <a:ea typeface="微软雅黑" panose="020B0503020204020204" charset="-122"/>
                <a:cs typeface="微软雅黑" panose="020B0503020204020204" charset="-122"/>
              </a:rPr>
              <a:t>UI</a:t>
            </a:r>
            <a:r>
              <a:rPr kumimoji="0" lang="zh-CN" altLang="en-US" sz="2000" b="1" i="0" u="none" strike="noStrike" kern="0" cap="none" spc="0" normalizeH="0" baseline="0" noProof="0" dirty="0">
                <a:ln>
                  <a:noFill/>
                </a:ln>
                <a:solidFill>
                  <a:srgbClr val="FFFFFF">
                    <a:lumMod val="65000"/>
                  </a:srgbClr>
                </a:solidFill>
                <a:effectLst/>
                <a:uLnTx/>
                <a:uFillTx/>
                <a:latin typeface="微软雅黑" panose="020B0503020204020204" charset="-122"/>
                <a:ea typeface="微软雅黑" panose="020B0503020204020204" charset="-122"/>
                <a:cs typeface="微软雅黑" panose="020B0503020204020204" charset="-122"/>
              </a:rPr>
              <a:t>规范</a:t>
            </a:r>
            <a:endParaRPr kumimoji="0" lang="zh-CN" altLang="en-US" sz="2000" b="1" i="0" u="none" strike="noStrike" kern="0" cap="none" spc="0" normalizeH="0" baseline="0" noProof="0" dirty="0">
              <a:ln>
                <a:noFill/>
              </a:ln>
              <a:solidFill>
                <a:srgbClr val="FFFFFF">
                  <a:lumMod val="65000"/>
                </a:srgbClr>
              </a:solidFill>
              <a:effectLst/>
              <a:uLnTx/>
              <a:uFillTx/>
              <a:latin typeface="微软雅黑" panose="020B0503020204020204" charset="-122"/>
              <a:ea typeface="微软雅黑" panose="020B0503020204020204" charset="-122"/>
              <a:cs typeface="微软雅黑" panose="020B0503020204020204" charset="-122"/>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descr="1-主页 (1)"/>
          <p:cNvPicPr>
            <a:picLocks noChangeAspect="1"/>
          </p:cNvPicPr>
          <p:nvPr/>
        </p:nvPicPr>
        <p:blipFill>
          <a:blip r:embed="rId1"/>
          <a:stretch>
            <a:fillRect/>
          </a:stretch>
        </p:blipFill>
        <p:spPr>
          <a:xfrm>
            <a:off x="1710690" y="1343025"/>
            <a:ext cx="9521825" cy="5356225"/>
          </a:xfrm>
          <a:prstGeom prst="rect">
            <a:avLst/>
          </a:prstGeom>
          <a:ln w="0">
            <a:noFill/>
          </a:ln>
          <a:effectLst>
            <a:outerShdw blurRad="50800" dist="38100" dir="2700000" algn="tl" rotWithShape="0">
              <a:prstClr val="black">
                <a:alpha val="10000"/>
              </a:prstClr>
            </a:outerShdw>
          </a:effectLst>
        </p:spPr>
      </p:pic>
      <p:pic>
        <p:nvPicPr>
          <p:cNvPr id="12" name="图片 11" descr="折叠导航栏 (1)"/>
          <p:cNvPicPr/>
          <p:nvPr/>
        </p:nvPicPr>
        <p:blipFill>
          <a:blip r:embed="rId2"/>
          <a:srcRect t="1909" b="39125"/>
          <a:stretch>
            <a:fillRect/>
          </a:stretch>
        </p:blipFill>
        <p:spPr>
          <a:xfrm>
            <a:off x="982345" y="977085"/>
            <a:ext cx="4114165" cy="5920920"/>
          </a:xfrm>
          <a:prstGeom prst="rect">
            <a:avLst/>
          </a:prstGeom>
        </p:spPr>
      </p:pic>
      <p:grpSp>
        <p:nvGrpSpPr>
          <p:cNvPr id="4" name="组合 1"/>
          <p:cNvGrpSpPr/>
          <p:nvPr/>
        </p:nvGrpSpPr>
        <p:grpSpPr bwMode="auto">
          <a:xfrm>
            <a:off x="10701338" y="0"/>
            <a:ext cx="766762" cy="766763"/>
            <a:chOff x="11522" y="1262"/>
            <a:chExt cx="1864" cy="1864"/>
          </a:xfrm>
        </p:grpSpPr>
        <p:sp>
          <p:nvSpPr>
            <p:cNvPr id="5" name="矩形 4"/>
            <p:cNvSpPr/>
            <p:nvPr userDrawn="1">
              <p:custDataLst>
                <p:tags r:id="rId3"/>
              </p:custDataLst>
            </p:nvPr>
          </p:nvSpPr>
          <p:spPr>
            <a:xfrm>
              <a:off x="11522" y="1262"/>
              <a:ext cx="1864" cy="1864"/>
            </a:xfrm>
            <a:prstGeom prst="rect">
              <a:avLst/>
            </a:prstGeom>
            <a:solidFill>
              <a:srgbClr val="004EA2"/>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anchor="ctr"/>
            <a:lstStyle/>
            <a:p>
              <a:pPr algn="ctr" fontAlgn="auto"/>
              <a:endParaRPr lang="zh-CN" altLang="en-US" sz="1800" noProof="1"/>
            </a:p>
          </p:txBody>
        </p:sp>
        <p:pic>
          <p:nvPicPr>
            <p:cNvPr id="7" name="图片 7"/>
            <p:cNvPicPr>
              <a:picLocks noGrp="1" noChangeAspect="1" noChangeArrowheads="1"/>
            </p:cNvPicPr>
            <p:nvPr>
              <p:custDataLst>
                <p:tags r:id="rId4"/>
              </p:custDataLst>
            </p:nvPr>
          </p:nvPicPr>
          <p:blipFill>
            <a:blip r:embed="rId5">
              <a:extLst>
                <a:ext uri="{28A0092B-C50C-407E-A947-70E740481C1C}">
                  <a14:useLocalDpi xmlns:a14="http://schemas.microsoft.com/office/drawing/2010/main" val="0"/>
                </a:ext>
              </a:extLst>
            </a:blip>
            <a:srcRect/>
            <a:stretch>
              <a:fillRect/>
            </a:stretch>
          </p:blipFill>
          <p:spPr bwMode="auto">
            <a:xfrm>
              <a:off x="11750" y="1490"/>
              <a:ext cx="1408" cy="1408"/>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文本框 1"/>
          <p:cNvSpPr txBox="1"/>
          <p:nvPr/>
        </p:nvSpPr>
        <p:spPr>
          <a:xfrm>
            <a:off x="1212214" y="502085"/>
            <a:ext cx="879891" cy="460375"/>
          </a:xfrm>
          <a:prstGeom prst="rect">
            <a:avLst/>
          </a:prstGeom>
          <a:noFill/>
        </p:spPr>
        <p:txBody>
          <a:bodyPr wrap="square">
            <a:spAutoFit/>
          </a:bodyPr>
          <a:lstStyle>
            <a:defPPr>
              <a:defRPr lang="zh-CN"/>
            </a:defPPr>
            <a:lvl1pPr>
              <a:defRPr sz="15000">
                <a:gradFill flip="none" rotWithShape="1">
                  <a:gsLst>
                    <a:gs pos="23000">
                      <a:srgbClr val="C0DBD2"/>
                    </a:gs>
                    <a:gs pos="86239">
                      <a:srgbClr val="A6CFC9"/>
                    </a:gs>
                    <a:gs pos="47000">
                      <a:srgbClr val="7AA99E"/>
                    </a:gs>
                  </a:gsLst>
                  <a:lin ang="2700000" scaled="1"/>
                  <a:tileRect/>
                </a:gradFill>
                <a:latin typeface="Aa武道家" pitchFamily="18" charset="-122"/>
                <a:ea typeface="Aa武道家" pitchFamily="18" charset="-122"/>
              </a:defRPr>
            </a:lvl1pPr>
          </a:lstStyle>
          <a:p>
            <a:pPr eaLnBrk="1" fontAlgn="auto" hangingPunct="1">
              <a:defRPr/>
            </a:pPr>
            <a:r>
              <a:rPr lang="en-US" altLang="zh-CN" sz="2400" b="1" kern="0" noProof="1">
                <a:solidFill>
                  <a:srgbClr val="004EA2"/>
                </a:solidFill>
                <a:latin typeface="Arial" panose="020B0604020202020204" pitchFamily="34" charset="0"/>
                <a:ea typeface="微软雅黑" panose="020B0503020204020204" charset="-122"/>
                <a:cs typeface="Arial" panose="020B0604020202020204" pitchFamily="34" charset="0"/>
                <a:sym typeface="Arial" panose="020B0604020202020204" pitchFamily="34" charset="0"/>
              </a:rPr>
              <a:t>2.1</a:t>
            </a:r>
            <a:r>
              <a:rPr lang="en-US" altLang="zh-CN" sz="2400" b="1" kern="0" noProof="1">
                <a:solidFill>
                  <a:srgbClr val="004EA2"/>
                </a:solidFill>
                <a:latin typeface="微软雅黑" panose="020B0503020204020204" charset="-122"/>
                <a:ea typeface="微软雅黑" panose="020B0503020204020204" charset="-122"/>
                <a:sym typeface="Arial" panose="020B0604020202020204" pitchFamily="34" charset="0"/>
              </a:rPr>
              <a:t> </a:t>
            </a:r>
            <a:endParaRPr lang="en-US" altLang="zh-CN" sz="2400" b="1" kern="0" noProof="1">
              <a:solidFill>
                <a:srgbClr val="004EA2"/>
              </a:solidFill>
              <a:latin typeface="微软雅黑" panose="020B0503020204020204" charset="-122"/>
              <a:ea typeface="微软雅黑" panose="020B0503020204020204" charset="-122"/>
              <a:sym typeface="Arial" panose="020B0604020202020204" pitchFamily="34" charset="0"/>
            </a:endParaRPr>
          </a:p>
        </p:txBody>
      </p:sp>
      <p:sp>
        <p:nvSpPr>
          <p:cNvPr id="6" name="矩形 8"/>
          <p:cNvSpPr/>
          <p:nvPr/>
        </p:nvSpPr>
        <p:spPr bwMode="auto">
          <a:xfrm>
            <a:off x="2160000" y="470242"/>
            <a:ext cx="5051425" cy="497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20000"/>
              </a:lnSpc>
            </a:pPr>
            <a:r>
              <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rPr>
              <a:t>导航页与系统首页</a:t>
            </a:r>
            <a:endPar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endParaRPr>
          </a:p>
        </p:txBody>
      </p:sp>
      <p:sp>
        <p:nvSpPr>
          <p:cNvPr id="3" name="矩形 11"/>
          <p:cNvSpPr/>
          <p:nvPr/>
        </p:nvSpPr>
        <p:spPr bwMode="auto">
          <a:xfrm>
            <a:off x="2160441" y="99159"/>
            <a:ext cx="2175299" cy="430374"/>
          </a:xfrm>
          <a:prstGeom prst="rect">
            <a:avLst/>
          </a:prstGeom>
          <a:grp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pPr>
            <a:r>
              <a:rPr kumimoji="0" lang="zh-CN" altLang="en-US" sz="2000" b="1" i="0" u="none" strike="noStrike" kern="0" cap="none" spc="0" normalizeH="0" baseline="0" noProof="0" dirty="0">
                <a:ln>
                  <a:noFill/>
                </a:ln>
                <a:solidFill>
                  <a:srgbClr val="FFFFFF">
                    <a:lumMod val="65000"/>
                  </a:srgbClr>
                </a:solidFill>
                <a:effectLst/>
                <a:uLnTx/>
                <a:uFillTx/>
                <a:latin typeface="微软雅黑" panose="020B0503020204020204" charset="-122"/>
                <a:ea typeface="微软雅黑" panose="020B0503020204020204" charset="-122"/>
                <a:cs typeface="微软雅黑" panose="020B0503020204020204" charset="-122"/>
              </a:rPr>
              <a:t>典型界面要求</a:t>
            </a:r>
            <a:endParaRPr kumimoji="0" lang="zh-CN" altLang="en-US" sz="2000" b="1" i="0" u="none" strike="noStrike" kern="0" cap="none" spc="0" normalizeH="0" baseline="0" noProof="0" dirty="0">
              <a:ln>
                <a:noFill/>
              </a:ln>
              <a:solidFill>
                <a:srgbClr val="FFFFFF">
                  <a:lumMod val="65000"/>
                </a:srgbClr>
              </a:solidFill>
              <a:effectLst/>
              <a:uLnTx/>
              <a:uFillTx/>
              <a:latin typeface="微软雅黑" panose="020B0503020204020204" charset="-122"/>
              <a:ea typeface="微软雅黑" panose="020B0503020204020204" charset="-122"/>
              <a:cs typeface="微软雅黑" panose="020B0503020204020204" charset="-122"/>
            </a:endParaRPr>
          </a:p>
        </p:txBody>
      </p:sp>
      <p:sp>
        <p:nvSpPr>
          <p:cNvPr id="9" name="Shape_1"/>
          <p:cNvSpPr/>
          <p:nvPr/>
        </p:nvSpPr>
        <p:spPr>
          <a:xfrm rot="5400000">
            <a:off x="4013449" y="1476239"/>
            <a:ext cx="321351" cy="102066"/>
          </a:xfrm>
          <a:custGeom>
            <a:avLst/>
            <a:gdLst>
              <a:gd name="csX0" fmla="*/ 666020 w 3746709"/>
              <a:gd name="csY0" fmla="*/ 281961 h 1312149"/>
              <a:gd name="csX1" fmla="*/ 708353 w 3746709"/>
              <a:gd name="csY1" fmla="*/ 303118 h 1312149"/>
              <a:gd name="csX2" fmla="*/ 703955 w 3746709"/>
              <a:gd name="csY2" fmla="*/ 390838 h 1312149"/>
              <a:gd name="csX3" fmla="*/ 537799 w 3746709"/>
              <a:gd name="csY3" fmla="*/ 558379 h 1312149"/>
              <a:gd name="csX4" fmla="*/ 507581 w 3746709"/>
              <a:gd name="csY4" fmla="*/ 591121 h 1312149"/>
              <a:gd name="csX5" fmla="*/ 3236202 w 3746709"/>
              <a:gd name="csY5" fmla="*/ 591121 h 1312149"/>
              <a:gd name="csX6" fmla="*/ 3187170 w 3746709"/>
              <a:gd name="csY6" fmla="*/ 540215 h 1312149"/>
              <a:gd name="csX7" fmla="*/ 3042028 w 3746709"/>
              <a:gd name="csY7" fmla="*/ 392060 h 1312149"/>
              <a:gd name="csX8" fmla="*/ 3032824 w 3746709"/>
              <a:gd name="csY8" fmla="*/ 308004 h 1312149"/>
              <a:gd name="csX9" fmla="*/ 3105151 w 3746709"/>
              <a:gd name="csY9" fmla="*/ 288131 h 1312149"/>
              <a:gd name="csX10" fmla="*/ 3136834 w 3746709"/>
              <a:gd name="csY10" fmla="*/ 312403 h 1312149"/>
              <a:gd name="csX11" fmla="*/ 3429806 w 3746709"/>
              <a:gd name="csY11" fmla="*/ 605782 h 1312149"/>
              <a:gd name="csX12" fmla="*/ 3430539 w 3746709"/>
              <a:gd name="csY12" fmla="*/ 704905 h 1312149"/>
              <a:gd name="csX13" fmla="*/ 3131621 w 3746709"/>
              <a:gd name="csY13" fmla="*/ 1004312 h 1312149"/>
              <a:gd name="csX14" fmla="*/ 3038281 w 3746709"/>
              <a:gd name="csY14" fmla="*/ 1008791 h 1312149"/>
              <a:gd name="csX15" fmla="*/ 3043983 w 3746709"/>
              <a:gd name="csY15" fmla="*/ 915858 h 1312149"/>
              <a:gd name="csX16" fmla="*/ 3242962 w 3746709"/>
              <a:gd name="csY16" fmla="*/ 719322 h 1312149"/>
              <a:gd name="csX17" fmla="*/ 508640 w 3746709"/>
              <a:gd name="csY17" fmla="*/ 719322 h 1312149"/>
              <a:gd name="csX18" fmla="*/ 621528 w 3746709"/>
              <a:gd name="csY18" fmla="*/ 835468 h 1312149"/>
              <a:gd name="csX19" fmla="*/ 704036 w 3746709"/>
              <a:gd name="csY19" fmla="*/ 919768 h 1312149"/>
              <a:gd name="csX20" fmla="*/ 704443 w 3746709"/>
              <a:gd name="csY20" fmla="*/ 1009850 h 1312149"/>
              <a:gd name="csX21" fmla="*/ 615012 w 3746709"/>
              <a:gd name="csY21" fmla="*/ 1004963 h 1312149"/>
              <a:gd name="csX22" fmla="*/ 310638 w 3746709"/>
              <a:gd name="csY22" fmla="*/ 699855 h 1312149"/>
              <a:gd name="csX23" fmla="*/ 307950 w 3746709"/>
              <a:gd name="csY23" fmla="*/ 612624 h 1312149"/>
              <a:gd name="csX24" fmla="*/ 621121 w 3746709"/>
              <a:gd name="csY24" fmla="*/ 298801 h 1312149"/>
              <a:gd name="csX25" fmla="*/ 666020 w 3746709"/>
              <a:gd name="csY25" fmla="*/ 281961 h 1312149"/>
              <a:gd name="csX26" fmla="*/ 3684823 w 3746709"/>
              <a:gd name="csY26" fmla="*/ 2409 h 1312149"/>
              <a:gd name="csX27" fmla="*/ 3738660 w 3746709"/>
              <a:gd name="csY27" fmla="*/ 40690 h 1312149"/>
              <a:gd name="csX28" fmla="*/ 3746398 w 3746709"/>
              <a:gd name="csY28" fmla="*/ 95668 h 1312149"/>
              <a:gd name="csX29" fmla="*/ 3746643 w 3746709"/>
              <a:gd name="csY29" fmla="*/ 1214532 h 1312149"/>
              <a:gd name="csX30" fmla="*/ 3684986 w 3746709"/>
              <a:gd name="csY30" fmla="*/ 1311945 h 1312149"/>
              <a:gd name="csX31" fmla="*/ 3619012 w 3746709"/>
              <a:gd name="csY31" fmla="*/ 1214695 h 1312149"/>
              <a:gd name="csX32" fmla="*/ 3619012 w 3746709"/>
              <a:gd name="csY32" fmla="*/ 657258 h 1312149"/>
              <a:gd name="csX33" fmla="*/ 3618849 w 3746709"/>
              <a:gd name="csY33" fmla="*/ 657421 h 1312149"/>
              <a:gd name="csX34" fmla="*/ 3619175 w 3746709"/>
              <a:gd name="csY34" fmla="*/ 91840 h 1312149"/>
              <a:gd name="csX35" fmla="*/ 3628134 w 3746709"/>
              <a:gd name="csY35" fmla="*/ 37106 h 1312149"/>
              <a:gd name="csX36" fmla="*/ 3684823 w 3746709"/>
              <a:gd name="csY36" fmla="*/ 2409 h 1312149"/>
              <a:gd name="csX37" fmla="*/ 67512 w 3746709"/>
              <a:gd name="csY37" fmla="*/ 453 h 1312149"/>
              <a:gd name="csX38" fmla="*/ 121676 w 3746709"/>
              <a:gd name="csY38" fmla="*/ 50870 h 1312149"/>
              <a:gd name="csX39" fmla="*/ 123794 w 3746709"/>
              <a:gd name="csY39" fmla="*/ 95504 h 1312149"/>
              <a:gd name="csX40" fmla="*/ 123794 w 3746709"/>
              <a:gd name="csY40" fmla="*/ 1214368 h 1312149"/>
              <a:gd name="csX41" fmla="*/ 60019 w 3746709"/>
              <a:gd name="csY41" fmla="*/ 1312107 h 1312149"/>
              <a:gd name="csX42" fmla="*/ 154 w 3746709"/>
              <a:gd name="csY42" fmla="*/ 1214938 h 1312149"/>
              <a:gd name="csX43" fmla="*/ 154 w 3746709"/>
              <a:gd name="csY43" fmla="*/ 653429 h 1312149"/>
              <a:gd name="csX44" fmla="*/ 73 w 3746709"/>
              <a:gd name="csY44" fmla="*/ 653429 h 1312149"/>
              <a:gd name="csX45" fmla="*/ 236 w 3746709"/>
              <a:gd name="csY45" fmla="*/ 71640 h 1312149"/>
              <a:gd name="csX46" fmla="*/ 67512 w 3746709"/>
              <a:gd name="csY46" fmla="*/ 453 h 13121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3746709" h="1312149">
                <a:moveTo>
                  <a:pt x="666020" y="281961"/>
                </a:moveTo>
                <a:cubicBezTo>
                  <a:pt x="681800" y="283041"/>
                  <a:pt x="697154" y="290453"/>
                  <a:pt x="708353" y="303118"/>
                </a:cubicBezTo>
                <a:cubicBezTo>
                  <a:pt x="730670" y="328448"/>
                  <a:pt x="730181" y="363797"/>
                  <a:pt x="703955" y="390838"/>
                </a:cubicBezTo>
                <a:cubicBezTo>
                  <a:pt x="649221" y="447282"/>
                  <a:pt x="593184" y="502505"/>
                  <a:pt x="537799" y="558379"/>
                </a:cubicBezTo>
                <a:cubicBezTo>
                  <a:pt x="528677" y="567582"/>
                  <a:pt x="520206" y="577356"/>
                  <a:pt x="507581" y="591121"/>
                </a:cubicBezTo>
                <a:lnTo>
                  <a:pt x="3236202" y="591121"/>
                </a:lnTo>
                <a:cubicBezTo>
                  <a:pt x="3217224" y="571411"/>
                  <a:pt x="3202319" y="555691"/>
                  <a:pt x="3187170" y="540215"/>
                </a:cubicBezTo>
                <a:cubicBezTo>
                  <a:pt x="3138789" y="490857"/>
                  <a:pt x="3089512" y="442314"/>
                  <a:pt x="3042028" y="392060"/>
                </a:cubicBezTo>
                <a:cubicBezTo>
                  <a:pt x="3018978" y="367625"/>
                  <a:pt x="3009285" y="338792"/>
                  <a:pt x="3032824" y="308004"/>
                </a:cubicBezTo>
                <a:cubicBezTo>
                  <a:pt x="3051802" y="283163"/>
                  <a:pt x="3077377" y="277543"/>
                  <a:pt x="3105151" y="288131"/>
                </a:cubicBezTo>
                <a:cubicBezTo>
                  <a:pt x="3117124" y="292692"/>
                  <a:pt x="3127386" y="303036"/>
                  <a:pt x="3136834" y="312403"/>
                </a:cubicBezTo>
                <a:cubicBezTo>
                  <a:pt x="3234736" y="409979"/>
                  <a:pt x="3332312" y="507799"/>
                  <a:pt x="3429806" y="605782"/>
                </a:cubicBezTo>
                <a:cubicBezTo>
                  <a:pt x="3462956" y="639095"/>
                  <a:pt x="3463770" y="671267"/>
                  <a:pt x="3430539" y="704905"/>
                </a:cubicBezTo>
                <a:cubicBezTo>
                  <a:pt x="3331416" y="805169"/>
                  <a:pt x="3231722" y="905025"/>
                  <a:pt x="3131621" y="1004312"/>
                </a:cubicBezTo>
                <a:cubicBezTo>
                  <a:pt x="3100997" y="1034692"/>
                  <a:pt x="3064670" y="1035262"/>
                  <a:pt x="3038281" y="1008791"/>
                </a:cubicBezTo>
                <a:cubicBezTo>
                  <a:pt x="3010507" y="980936"/>
                  <a:pt x="3011484" y="948601"/>
                  <a:pt x="3043983" y="915858"/>
                </a:cubicBezTo>
                <a:cubicBezTo>
                  <a:pt x="3107024" y="852409"/>
                  <a:pt x="3171206" y="790101"/>
                  <a:pt x="3242962" y="719322"/>
                </a:cubicBezTo>
                <a:lnTo>
                  <a:pt x="508640" y="719322"/>
                </a:lnTo>
                <a:cubicBezTo>
                  <a:pt x="549364" y="761268"/>
                  <a:pt x="585365" y="798409"/>
                  <a:pt x="621528" y="835468"/>
                </a:cubicBezTo>
                <a:cubicBezTo>
                  <a:pt x="648977" y="863568"/>
                  <a:pt x="677647" y="890609"/>
                  <a:pt x="704036" y="919768"/>
                </a:cubicBezTo>
                <a:cubicBezTo>
                  <a:pt x="732380" y="951125"/>
                  <a:pt x="731566" y="983379"/>
                  <a:pt x="704443" y="1009850"/>
                </a:cubicBezTo>
                <a:cubicBezTo>
                  <a:pt x="678054" y="1035669"/>
                  <a:pt x="645311" y="1035018"/>
                  <a:pt x="615012" y="1004963"/>
                </a:cubicBezTo>
                <a:cubicBezTo>
                  <a:pt x="513120" y="903722"/>
                  <a:pt x="411716" y="801992"/>
                  <a:pt x="310638" y="699855"/>
                </a:cubicBezTo>
                <a:cubicBezTo>
                  <a:pt x="284818" y="673710"/>
                  <a:pt x="282294" y="638932"/>
                  <a:pt x="307950" y="612624"/>
                </a:cubicBezTo>
                <a:cubicBezTo>
                  <a:pt x="411309" y="506984"/>
                  <a:pt x="515726" y="402404"/>
                  <a:pt x="621121" y="298801"/>
                </a:cubicBezTo>
                <a:cubicBezTo>
                  <a:pt x="634031" y="286136"/>
                  <a:pt x="650239" y="280882"/>
                  <a:pt x="666020" y="281961"/>
                </a:cubicBezTo>
                <a:close/>
                <a:moveTo>
                  <a:pt x="3684823" y="2409"/>
                </a:moveTo>
                <a:cubicBezTo>
                  <a:pt x="3703556" y="2979"/>
                  <a:pt x="3726199" y="23097"/>
                  <a:pt x="3738660" y="40690"/>
                </a:cubicBezTo>
                <a:cubicBezTo>
                  <a:pt x="3748190" y="54129"/>
                  <a:pt x="3746398" y="77016"/>
                  <a:pt x="3746398" y="95668"/>
                </a:cubicBezTo>
                <a:cubicBezTo>
                  <a:pt x="3746805" y="468622"/>
                  <a:pt x="3746724" y="841577"/>
                  <a:pt x="3746643" y="1214532"/>
                </a:cubicBezTo>
                <a:cubicBezTo>
                  <a:pt x="3746643" y="1279039"/>
                  <a:pt x="3726769" y="1310316"/>
                  <a:pt x="3684986" y="1311945"/>
                </a:cubicBezTo>
                <a:cubicBezTo>
                  <a:pt x="3641573" y="1313655"/>
                  <a:pt x="3619012" y="1280505"/>
                  <a:pt x="3619012" y="1214695"/>
                </a:cubicBezTo>
                <a:cubicBezTo>
                  <a:pt x="3619012" y="1028910"/>
                  <a:pt x="3619012" y="843124"/>
                  <a:pt x="3619012" y="657258"/>
                </a:cubicBezTo>
                <a:lnTo>
                  <a:pt x="3618849" y="657421"/>
                </a:lnTo>
                <a:cubicBezTo>
                  <a:pt x="3618849" y="468867"/>
                  <a:pt x="3618605" y="280394"/>
                  <a:pt x="3619175" y="91840"/>
                </a:cubicBezTo>
                <a:cubicBezTo>
                  <a:pt x="3619175" y="73188"/>
                  <a:pt x="3618034" y="49812"/>
                  <a:pt x="3628134" y="37106"/>
                </a:cubicBezTo>
                <a:cubicBezTo>
                  <a:pt x="3641573" y="20246"/>
                  <a:pt x="3665763" y="1920"/>
                  <a:pt x="3684823" y="2409"/>
                </a:cubicBezTo>
                <a:close/>
                <a:moveTo>
                  <a:pt x="67512" y="453"/>
                </a:moveTo>
                <a:cubicBezTo>
                  <a:pt x="97649" y="3630"/>
                  <a:pt x="117278" y="19920"/>
                  <a:pt x="121676" y="50870"/>
                </a:cubicBezTo>
                <a:cubicBezTo>
                  <a:pt x="123712" y="65531"/>
                  <a:pt x="123794" y="80599"/>
                  <a:pt x="123794" y="95504"/>
                </a:cubicBezTo>
                <a:cubicBezTo>
                  <a:pt x="123794" y="468459"/>
                  <a:pt x="123794" y="841414"/>
                  <a:pt x="123794" y="1214368"/>
                </a:cubicBezTo>
                <a:cubicBezTo>
                  <a:pt x="123794" y="1280668"/>
                  <a:pt x="102210" y="1313492"/>
                  <a:pt x="60019" y="1312107"/>
                </a:cubicBezTo>
                <a:cubicBezTo>
                  <a:pt x="18887" y="1310722"/>
                  <a:pt x="154" y="1280342"/>
                  <a:pt x="154" y="1214938"/>
                </a:cubicBezTo>
                <a:cubicBezTo>
                  <a:pt x="154" y="1027769"/>
                  <a:pt x="154" y="840599"/>
                  <a:pt x="154" y="653429"/>
                </a:cubicBezTo>
                <a:lnTo>
                  <a:pt x="73" y="653429"/>
                </a:lnTo>
                <a:cubicBezTo>
                  <a:pt x="73" y="459500"/>
                  <a:pt x="-172" y="265570"/>
                  <a:pt x="236" y="71640"/>
                </a:cubicBezTo>
                <a:cubicBezTo>
                  <a:pt x="317" y="22852"/>
                  <a:pt x="26218" y="-3863"/>
                  <a:pt x="67512" y="453"/>
                </a:cubicBezTo>
                <a:close/>
              </a:path>
            </a:pathLst>
          </a:custGeom>
          <a:solidFill>
            <a:schemeClr val="accent2"/>
          </a:solidFill>
          <a:ln w="0" cap="flat">
            <a:noFill/>
            <a:prstDash val="solid"/>
            <a:miter/>
          </a:ln>
        </p:spPr>
        <p:txBody>
          <a:bodyPr wrap="square">
            <a:noAutofit/>
          </a:bodyPr>
          <a:lstStyle/>
          <a:p>
            <a:endParaRPr lang="zh-CN" altLang="en-US" sz="1800"/>
          </a:p>
        </p:txBody>
      </p:sp>
      <p:sp>
        <p:nvSpPr>
          <p:cNvPr id="11" name="Shape_1"/>
          <p:cNvSpPr/>
          <p:nvPr/>
        </p:nvSpPr>
        <p:spPr>
          <a:xfrm>
            <a:off x="1679210" y="4435363"/>
            <a:ext cx="1284708" cy="399394"/>
          </a:xfrm>
          <a:custGeom>
            <a:avLst/>
            <a:gdLst>
              <a:gd name="csX0" fmla="*/ 666020 w 3746709"/>
              <a:gd name="csY0" fmla="*/ 281961 h 1312149"/>
              <a:gd name="csX1" fmla="*/ 708353 w 3746709"/>
              <a:gd name="csY1" fmla="*/ 303118 h 1312149"/>
              <a:gd name="csX2" fmla="*/ 703955 w 3746709"/>
              <a:gd name="csY2" fmla="*/ 390838 h 1312149"/>
              <a:gd name="csX3" fmla="*/ 537799 w 3746709"/>
              <a:gd name="csY3" fmla="*/ 558379 h 1312149"/>
              <a:gd name="csX4" fmla="*/ 507581 w 3746709"/>
              <a:gd name="csY4" fmla="*/ 591121 h 1312149"/>
              <a:gd name="csX5" fmla="*/ 3236202 w 3746709"/>
              <a:gd name="csY5" fmla="*/ 591121 h 1312149"/>
              <a:gd name="csX6" fmla="*/ 3187170 w 3746709"/>
              <a:gd name="csY6" fmla="*/ 540215 h 1312149"/>
              <a:gd name="csX7" fmla="*/ 3042028 w 3746709"/>
              <a:gd name="csY7" fmla="*/ 392060 h 1312149"/>
              <a:gd name="csX8" fmla="*/ 3032824 w 3746709"/>
              <a:gd name="csY8" fmla="*/ 308004 h 1312149"/>
              <a:gd name="csX9" fmla="*/ 3105151 w 3746709"/>
              <a:gd name="csY9" fmla="*/ 288131 h 1312149"/>
              <a:gd name="csX10" fmla="*/ 3136834 w 3746709"/>
              <a:gd name="csY10" fmla="*/ 312403 h 1312149"/>
              <a:gd name="csX11" fmla="*/ 3429806 w 3746709"/>
              <a:gd name="csY11" fmla="*/ 605782 h 1312149"/>
              <a:gd name="csX12" fmla="*/ 3430539 w 3746709"/>
              <a:gd name="csY12" fmla="*/ 704905 h 1312149"/>
              <a:gd name="csX13" fmla="*/ 3131621 w 3746709"/>
              <a:gd name="csY13" fmla="*/ 1004312 h 1312149"/>
              <a:gd name="csX14" fmla="*/ 3038281 w 3746709"/>
              <a:gd name="csY14" fmla="*/ 1008791 h 1312149"/>
              <a:gd name="csX15" fmla="*/ 3043983 w 3746709"/>
              <a:gd name="csY15" fmla="*/ 915858 h 1312149"/>
              <a:gd name="csX16" fmla="*/ 3242962 w 3746709"/>
              <a:gd name="csY16" fmla="*/ 719322 h 1312149"/>
              <a:gd name="csX17" fmla="*/ 508640 w 3746709"/>
              <a:gd name="csY17" fmla="*/ 719322 h 1312149"/>
              <a:gd name="csX18" fmla="*/ 621528 w 3746709"/>
              <a:gd name="csY18" fmla="*/ 835468 h 1312149"/>
              <a:gd name="csX19" fmla="*/ 704036 w 3746709"/>
              <a:gd name="csY19" fmla="*/ 919768 h 1312149"/>
              <a:gd name="csX20" fmla="*/ 704443 w 3746709"/>
              <a:gd name="csY20" fmla="*/ 1009850 h 1312149"/>
              <a:gd name="csX21" fmla="*/ 615012 w 3746709"/>
              <a:gd name="csY21" fmla="*/ 1004963 h 1312149"/>
              <a:gd name="csX22" fmla="*/ 310638 w 3746709"/>
              <a:gd name="csY22" fmla="*/ 699855 h 1312149"/>
              <a:gd name="csX23" fmla="*/ 307950 w 3746709"/>
              <a:gd name="csY23" fmla="*/ 612624 h 1312149"/>
              <a:gd name="csX24" fmla="*/ 621121 w 3746709"/>
              <a:gd name="csY24" fmla="*/ 298801 h 1312149"/>
              <a:gd name="csX25" fmla="*/ 666020 w 3746709"/>
              <a:gd name="csY25" fmla="*/ 281961 h 1312149"/>
              <a:gd name="csX26" fmla="*/ 3684823 w 3746709"/>
              <a:gd name="csY26" fmla="*/ 2409 h 1312149"/>
              <a:gd name="csX27" fmla="*/ 3738660 w 3746709"/>
              <a:gd name="csY27" fmla="*/ 40690 h 1312149"/>
              <a:gd name="csX28" fmla="*/ 3746398 w 3746709"/>
              <a:gd name="csY28" fmla="*/ 95668 h 1312149"/>
              <a:gd name="csX29" fmla="*/ 3746643 w 3746709"/>
              <a:gd name="csY29" fmla="*/ 1214532 h 1312149"/>
              <a:gd name="csX30" fmla="*/ 3684986 w 3746709"/>
              <a:gd name="csY30" fmla="*/ 1311945 h 1312149"/>
              <a:gd name="csX31" fmla="*/ 3619012 w 3746709"/>
              <a:gd name="csY31" fmla="*/ 1214695 h 1312149"/>
              <a:gd name="csX32" fmla="*/ 3619012 w 3746709"/>
              <a:gd name="csY32" fmla="*/ 657258 h 1312149"/>
              <a:gd name="csX33" fmla="*/ 3618849 w 3746709"/>
              <a:gd name="csY33" fmla="*/ 657421 h 1312149"/>
              <a:gd name="csX34" fmla="*/ 3619175 w 3746709"/>
              <a:gd name="csY34" fmla="*/ 91840 h 1312149"/>
              <a:gd name="csX35" fmla="*/ 3628134 w 3746709"/>
              <a:gd name="csY35" fmla="*/ 37106 h 1312149"/>
              <a:gd name="csX36" fmla="*/ 3684823 w 3746709"/>
              <a:gd name="csY36" fmla="*/ 2409 h 1312149"/>
              <a:gd name="csX37" fmla="*/ 67512 w 3746709"/>
              <a:gd name="csY37" fmla="*/ 453 h 1312149"/>
              <a:gd name="csX38" fmla="*/ 121676 w 3746709"/>
              <a:gd name="csY38" fmla="*/ 50870 h 1312149"/>
              <a:gd name="csX39" fmla="*/ 123794 w 3746709"/>
              <a:gd name="csY39" fmla="*/ 95504 h 1312149"/>
              <a:gd name="csX40" fmla="*/ 123794 w 3746709"/>
              <a:gd name="csY40" fmla="*/ 1214368 h 1312149"/>
              <a:gd name="csX41" fmla="*/ 60019 w 3746709"/>
              <a:gd name="csY41" fmla="*/ 1312107 h 1312149"/>
              <a:gd name="csX42" fmla="*/ 154 w 3746709"/>
              <a:gd name="csY42" fmla="*/ 1214938 h 1312149"/>
              <a:gd name="csX43" fmla="*/ 154 w 3746709"/>
              <a:gd name="csY43" fmla="*/ 653429 h 1312149"/>
              <a:gd name="csX44" fmla="*/ 73 w 3746709"/>
              <a:gd name="csY44" fmla="*/ 653429 h 1312149"/>
              <a:gd name="csX45" fmla="*/ 236 w 3746709"/>
              <a:gd name="csY45" fmla="*/ 71640 h 1312149"/>
              <a:gd name="csX46" fmla="*/ 67512 w 3746709"/>
              <a:gd name="csY46" fmla="*/ 453 h 13121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3746709" h="1312149">
                <a:moveTo>
                  <a:pt x="666020" y="281961"/>
                </a:moveTo>
                <a:cubicBezTo>
                  <a:pt x="681800" y="283041"/>
                  <a:pt x="697154" y="290453"/>
                  <a:pt x="708353" y="303118"/>
                </a:cubicBezTo>
                <a:cubicBezTo>
                  <a:pt x="730670" y="328448"/>
                  <a:pt x="730181" y="363797"/>
                  <a:pt x="703955" y="390838"/>
                </a:cubicBezTo>
                <a:cubicBezTo>
                  <a:pt x="649221" y="447282"/>
                  <a:pt x="593184" y="502505"/>
                  <a:pt x="537799" y="558379"/>
                </a:cubicBezTo>
                <a:cubicBezTo>
                  <a:pt x="528677" y="567582"/>
                  <a:pt x="520206" y="577356"/>
                  <a:pt x="507581" y="591121"/>
                </a:cubicBezTo>
                <a:lnTo>
                  <a:pt x="3236202" y="591121"/>
                </a:lnTo>
                <a:cubicBezTo>
                  <a:pt x="3217224" y="571411"/>
                  <a:pt x="3202319" y="555691"/>
                  <a:pt x="3187170" y="540215"/>
                </a:cubicBezTo>
                <a:cubicBezTo>
                  <a:pt x="3138789" y="490857"/>
                  <a:pt x="3089512" y="442314"/>
                  <a:pt x="3042028" y="392060"/>
                </a:cubicBezTo>
                <a:cubicBezTo>
                  <a:pt x="3018978" y="367625"/>
                  <a:pt x="3009285" y="338792"/>
                  <a:pt x="3032824" y="308004"/>
                </a:cubicBezTo>
                <a:cubicBezTo>
                  <a:pt x="3051802" y="283163"/>
                  <a:pt x="3077377" y="277543"/>
                  <a:pt x="3105151" y="288131"/>
                </a:cubicBezTo>
                <a:cubicBezTo>
                  <a:pt x="3117124" y="292692"/>
                  <a:pt x="3127386" y="303036"/>
                  <a:pt x="3136834" y="312403"/>
                </a:cubicBezTo>
                <a:cubicBezTo>
                  <a:pt x="3234736" y="409979"/>
                  <a:pt x="3332312" y="507799"/>
                  <a:pt x="3429806" y="605782"/>
                </a:cubicBezTo>
                <a:cubicBezTo>
                  <a:pt x="3462956" y="639095"/>
                  <a:pt x="3463770" y="671267"/>
                  <a:pt x="3430539" y="704905"/>
                </a:cubicBezTo>
                <a:cubicBezTo>
                  <a:pt x="3331416" y="805169"/>
                  <a:pt x="3231722" y="905025"/>
                  <a:pt x="3131621" y="1004312"/>
                </a:cubicBezTo>
                <a:cubicBezTo>
                  <a:pt x="3100997" y="1034692"/>
                  <a:pt x="3064670" y="1035262"/>
                  <a:pt x="3038281" y="1008791"/>
                </a:cubicBezTo>
                <a:cubicBezTo>
                  <a:pt x="3010507" y="980936"/>
                  <a:pt x="3011484" y="948601"/>
                  <a:pt x="3043983" y="915858"/>
                </a:cubicBezTo>
                <a:cubicBezTo>
                  <a:pt x="3107024" y="852409"/>
                  <a:pt x="3171206" y="790101"/>
                  <a:pt x="3242962" y="719322"/>
                </a:cubicBezTo>
                <a:lnTo>
                  <a:pt x="508640" y="719322"/>
                </a:lnTo>
                <a:cubicBezTo>
                  <a:pt x="549364" y="761268"/>
                  <a:pt x="585365" y="798409"/>
                  <a:pt x="621528" y="835468"/>
                </a:cubicBezTo>
                <a:cubicBezTo>
                  <a:pt x="648977" y="863568"/>
                  <a:pt x="677647" y="890609"/>
                  <a:pt x="704036" y="919768"/>
                </a:cubicBezTo>
                <a:cubicBezTo>
                  <a:pt x="732380" y="951125"/>
                  <a:pt x="731566" y="983379"/>
                  <a:pt x="704443" y="1009850"/>
                </a:cubicBezTo>
                <a:cubicBezTo>
                  <a:pt x="678054" y="1035669"/>
                  <a:pt x="645311" y="1035018"/>
                  <a:pt x="615012" y="1004963"/>
                </a:cubicBezTo>
                <a:cubicBezTo>
                  <a:pt x="513120" y="903722"/>
                  <a:pt x="411716" y="801992"/>
                  <a:pt x="310638" y="699855"/>
                </a:cubicBezTo>
                <a:cubicBezTo>
                  <a:pt x="284818" y="673710"/>
                  <a:pt x="282294" y="638932"/>
                  <a:pt x="307950" y="612624"/>
                </a:cubicBezTo>
                <a:cubicBezTo>
                  <a:pt x="411309" y="506984"/>
                  <a:pt x="515726" y="402404"/>
                  <a:pt x="621121" y="298801"/>
                </a:cubicBezTo>
                <a:cubicBezTo>
                  <a:pt x="634031" y="286136"/>
                  <a:pt x="650239" y="280882"/>
                  <a:pt x="666020" y="281961"/>
                </a:cubicBezTo>
                <a:close/>
                <a:moveTo>
                  <a:pt x="3684823" y="2409"/>
                </a:moveTo>
                <a:cubicBezTo>
                  <a:pt x="3703556" y="2979"/>
                  <a:pt x="3726199" y="23097"/>
                  <a:pt x="3738660" y="40690"/>
                </a:cubicBezTo>
                <a:cubicBezTo>
                  <a:pt x="3748190" y="54129"/>
                  <a:pt x="3746398" y="77016"/>
                  <a:pt x="3746398" y="95668"/>
                </a:cubicBezTo>
                <a:cubicBezTo>
                  <a:pt x="3746805" y="468622"/>
                  <a:pt x="3746724" y="841577"/>
                  <a:pt x="3746643" y="1214532"/>
                </a:cubicBezTo>
                <a:cubicBezTo>
                  <a:pt x="3746643" y="1279039"/>
                  <a:pt x="3726769" y="1310316"/>
                  <a:pt x="3684986" y="1311945"/>
                </a:cubicBezTo>
                <a:cubicBezTo>
                  <a:pt x="3641573" y="1313655"/>
                  <a:pt x="3619012" y="1280505"/>
                  <a:pt x="3619012" y="1214695"/>
                </a:cubicBezTo>
                <a:cubicBezTo>
                  <a:pt x="3619012" y="1028910"/>
                  <a:pt x="3619012" y="843124"/>
                  <a:pt x="3619012" y="657258"/>
                </a:cubicBezTo>
                <a:lnTo>
                  <a:pt x="3618849" y="657421"/>
                </a:lnTo>
                <a:cubicBezTo>
                  <a:pt x="3618849" y="468867"/>
                  <a:pt x="3618605" y="280394"/>
                  <a:pt x="3619175" y="91840"/>
                </a:cubicBezTo>
                <a:cubicBezTo>
                  <a:pt x="3619175" y="73188"/>
                  <a:pt x="3618034" y="49812"/>
                  <a:pt x="3628134" y="37106"/>
                </a:cubicBezTo>
                <a:cubicBezTo>
                  <a:pt x="3641573" y="20246"/>
                  <a:pt x="3665763" y="1920"/>
                  <a:pt x="3684823" y="2409"/>
                </a:cubicBezTo>
                <a:close/>
                <a:moveTo>
                  <a:pt x="67512" y="453"/>
                </a:moveTo>
                <a:cubicBezTo>
                  <a:pt x="97649" y="3630"/>
                  <a:pt x="117278" y="19920"/>
                  <a:pt x="121676" y="50870"/>
                </a:cubicBezTo>
                <a:cubicBezTo>
                  <a:pt x="123712" y="65531"/>
                  <a:pt x="123794" y="80599"/>
                  <a:pt x="123794" y="95504"/>
                </a:cubicBezTo>
                <a:cubicBezTo>
                  <a:pt x="123794" y="468459"/>
                  <a:pt x="123794" y="841414"/>
                  <a:pt x="123794" y="1214368"/>
                </a:cubicBezTo>
                <a:cubicBezTo>
                  <a:pt x="123794" y="1280668"/>
                  <a:pt x="102210" y="1313492"/>
                  <a:pt x="60019" y="1312107"/>
                </a:cubicBezTo>
                <a:cubicBezTo>
                  <a:pt x="18887" y="1310722"/>
                  <a:pt x="154" y="1280342"/>
                  <a:pt x="154" y="1214938"/>
                </a:cubicBezTo>
                <a:cubicBezTo>
                  <a:pt x="154" y="1027769"/>
                  <a:pt x="154" y="840599"/>
                  <a:pt x="154" y="653429"/>
                </a:cubicBezTo>
                <a:lnTo>
                  <a:pt x="73" y="653429"/>
                </a:lnTo>
                <a:cubicBezTo>
                  <a:pt x="73" y="459500"/>
                  <a:pt x="-172" y="265570"/>
                  <a:pt x="236" y="71640"/>
                </a:cubicBezTo>
                <a:cubicBezTo>
                  <a:pt x="317" y="22852"/>
                  <a:pt x="26218" y="-3863"/>
                  <a:pt x="67512" y="453"/>
                </a:cubicBezTo>
                <a:close/>
              </a:path>
            </a:pathLst>
          </a:custGeom>
          <a:solidFill>
            <a:schemeClr val="accent2"/>
          </a:solidFill>
          <a:ln w="0" cap="flat">
            <a:noFill/>
            <a:prstDash val="solid"/>
            <a:miter/>
          </a:ln>
        </p:spPr>
        <p:txBody>
          <a:bodyPr wrap="square">
            <a:noAutofit/>
          </a:bodyPr>
          <a:lstStyle/>
          <a:p>
            <a:endParaRPr lang="zh-CN" altLang="en-US" sz="1800"/>
          </a:p>
        </p:txBody>
      </p:sp>
      <p:grpSp>
        <p:nvGrpSpPr>
          <p:cNvPr id="17" name="组合 16"/>
          <p:cNvGrpSpPr/>
          <p:nvPr/>
        </p:nvGrpSpPr>
        <p:grpSpPr>
          <a:xfrm>
            <a:off x="4176432" y="1427243"/>
            <a:ext cx="359394" cy="307777"/>
            <a:chOff x="5840104" y="1456733"/>
            <a:chExt cx="359394" cy="307777"/>
          </a:xfrm>
        </p:grpSpPr>
        <p:sp>
          <p:nvSpPr>
            <p:cNvPr id="16" name="矩形: 圆角 15"/>
            <p:cNvSpPr/>
            <p:nvPr/>
          </p:nvSpPr>
          <p:spPr>
            <a:xfrm>
              <a:off x="5876545" y="1488690"/>
              <a:ext cx="286512" cy="146303"/>
            </a:xfrm>
            <a:prstGeom prst="roundRect">
              <a:avLst/>
            </a:prstGeom>
            <a:solidFill>
              <a:srgbClr val="EE82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3" name="文本框 12"/>
            <p:cNvSpPr txBox="1"/>
            <p:nvPr/>
          </p:nvSpPr>
          <p:spPr>
            <a:xfrm>
              <a:off x="5840104" y="1456733"/>
              <a:ext cx="359394" cy="307777"/>
            </a:xfrm>
            <a:prstGeom prst="rect">
              <a:avLst/>
            </a:prstGeom>
            <a:noFill/>
          </p:spPr>
          <p:txBody>
            <a:bodyPr wrap="square" rtlCol="0">
              <a:spAutoFit/>
            </a:bodyPr>
            <a:lstStyle/>
            <a:p>
              <a:r>
                <a:rPr lang="en-US" altLang="zh-CN" sz="700" dirty="0">
                  <a:solidFill>
                    <a:schemeClr val="bg1"/>
                  </a:solidFill>
                </a:rPr>
                <a:t>64px</a:t>
              </a:r>
              <a:endParaRPr lang="zh-CN" altLang="en-US" sz="700" dirty="0">
                <a:solidFill>
                  <a:schemeClr val="bg1"/>
                </a:solidFill>
              </a:endParaRPr>
            </a:p>
          </p:txBody>
        </p:sp>
      </p:grpSp>
      <p:grpSp>
        <p:nvGrpSpPr>
          <p:cNvPr id="18" name="组合 17"/>
          <p:cNvGrpSpPr/>
          <p:nvPr/>
        </p:nvGrpSpPr>
        <p:grpSpPr>
          <a:xfrm>
            <a:off x="2111386" y="4645950"/>
            <a:ext cx="402163" cy="200055"/>
            <a:chOff x="5809623" y="1456733"/>
            <a:chExt cx="402163" cy="200055"/>
          </a:xfrm>
        </p:grpSpPr>
        <p:sp>
          <p:nvSpPr>
            <p:cNvPr id="19" name="矩形: 圆角 18"/>
            <p:cNvSpPr/>
            <p:nvPr/>
          </p:nvSpPr>
          <p:spPr>
            <a:xfrm>
              <a:off x="5876545" y="1488690"/>
              <a:ext cx="286512" cy="146303"/>
            </a:xfrm>
            <a:prstGeom prst="roundRect">
              <a:avLst/>
            </a:prstGeom>
            <a:solidFill>
              <a:srgbClr val="EE82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0" name="文本框 19"/>
            <p:cNvSpPr txBox="1"/>
            <p:nvPr/>
          </p:nvSpPr>
          <p:spPr>
            <a:xfrm>
              <a:off x="5809623" y="1456733"/>
              <a:ext cx="402163" cy="200055"/>
            </a:xfrm>
            <a:prstGeom prst="rect">
              <a:avLst/>
            </a:prstGeom>
            <a:noFill/>
          </p:spPr>
          <p:txBody>
            <a:bodyPr wrap="square" rtlCol="0">
              <a:spAutoFit/>
            </a:bodyPr>
            <a:lstStyle/>
            <a:p>
              <a:r>
                <a:rPr lang="en-US" altLang="zh-CN" sz="700" dirty="0">
                  <a:solidFill>
                    <a:schemeClr val="bg1"/>
                  </a:solidFill>
                </a:rPr>
                <a:t>250px</a:t>
              </a:r>
              <a:endParaRPr lang="zh-CN" altLang="en-US" sz="700" dirty="0">
                <a:solidFill>
                  <a:schemeClr val="bg1"/>
                </a:solidFill>
              </a:endParaRPr>
            </a:p>
          </p:txBody>
        </p:sp>
      </p:grpSp>
      <p:sp>
        <p:nvSpPr>
          <p:cNvPr id="21" name="Shape_1"/>
          <p:cNvSpPr/>
          <p:nvPr/>
        </p:nvSpPr>
        <p:spPr>
          <a:xfrm rot="5400000">
            <a:off x="5196100" y="1686872"/>
            <a:ext cx="92605" cy="89781"/>
          </a:xfrm>
          <a:custGeom>
            <a:avLst/>
            <a:gdLst>
              <a:gd name="csX0" fmla="*/ 666020 w 3746709"/>
              <a:gd name="csY0" fmla="*/ 281961 h 1312149"/>
              <a:gd name="csX1" fmla="*/ 708353 w 3746709"/>
              <a:gd name="csY1" fmla="*/ 303118 h 1312149"/>
              <a:gd name="csX2" fmla="*/ 703955 w 3746709"/>
              <a:gd name="csY2" fmla="*/ 390838 h 1312149"/>
              <a:gd name="csX3" fmla="*/ 537799 w 3746709"/>
              <a:gd name="csY3" fmla="*/ 558379 h 1312149"/>
              <a:gd name="csX4" fmla="*/ 507581 w 3746709"/>
              <a:gd name="csY4" fmla="*/ 591121 h 1312149"/>
              <a:gd name="csX5" fmla="*/ 3236202 w 3746709"/>
              <a:gd name="csY5" fmla="*/ 591121 h 1312149"/>
              <a:gd name="csX6" fmla="*/ 3187170 w 3746709"/>
              <a:gd name="csY6" fmla="*/ 540215 h 1312149"/>
              <a:gd name="csX7" fmla="*/ 3042028 w 3746709"/>
              <a:gd name="csY7" fmla="*/ 392060 h 1312149"/>
              <a:gd name="csX8" fmla="*/ 3032824 w 3746709"/>
              <a:gd name="csY8" fmla="*/ 308004 h 1312149"/>
              <a:gd name="csX9" fmla="*/ 3105151 w 3746709"/>
              <a:gd name="csY9" fmla="*/ 288131 h 1312149"/>
              <a:gd name="csX10" fmla="*/ 3136834 w 3746709"/>
              <a:gd name="csY10" fmla="*/ 312403 h 1312149"/>
              <a:gd name="csX11" fmla="*/ 3429806 w 3746709"/>
              <a:gd name="csY11" fmla="*/ 605782 h 1312149"/>
              <a:gd name="csX12" fmla="*/ 3430539 w 3746709"/>
              <a:gd name="csY12" fmla="*/ 704905 h 1312149"/>
              <a:gd name="csX13" fmla="*/ 3131621 w 3746709"/>
              <a:gd name="csY13" fmla="*/ 1004312 h 1312149"/>
              <a:gd name="csX14" fmla="*/ 3038281 w 3746709"/>
              <a:gd name="csY14" fmla="*/ 1008791 h 1312149"/>
              <a:gd name="csX15" fmla="*/ 3043983 w 3746709"/>
              <a:gd name="csY15" fmla="*/ 915858 h 1312149"/>
              <a:gd name="csX16" fmla="*/ 3242962 w 3746709"/>
              <a:gd name="csY16" fmla="*/ 719322 h 1312149"/>
              <a:gd name="csX17" fmla="*/ 508640 w 3746709"/>
              <a:gd name="csY17" fmla="*/ 719322 h 1312149"/>
              <a:gd name="csX18" fmla="*/ 621528 w 3746709"/>
              <a:gd name="csY18" fmla="*/ 835468 h 1312149"/>
              <a:gd name="csX19" fmla="*/ 704036 w 3746709"/>
              <a:gd name="csY19" fmla="*/ 919768 h 1312149"/>
              <a:gd name="csX20" fmla="*/ 704443 w 3746709"/>
              <a:gd name="csY20" fmla="*/ 1009850 h 1312149"/>
              <a:gd name="csX21" fmla="*/ 615012 w 3746709"/>
              <a:gd name="csY21" fmla="*/ 1004963 h 1312149"/>
              <a:gd name="csX22" fmla="*/ 310638 w 3746709"/>
              <a:gd name="csY22" fmla="*/ 699855 h 1312149"/>
              <a:gd name="csX23" fmla="*/ 307950 w 3746709"/>
              <a:gd name="csY23" fmla="*/ 612624 h 1312149"/>
              <a:gd name="csX24" fmla="*/ 621121 w 3746709"/>
              <a:gd name="csY24" fmla="*/ 298801 h 1312149"/>
              <a:gd name="csX25" fmla="*/ 666020 w 3746709"/>
              <a:gd name="csY25" fmla="*/ 281961 h 1312149"/>
              <a:gd name="csX26" fmla="*/ 3684823 w 3746709"/>
              <a:gd name="csY26" fmla="*/ 2409 h 1312149"/>
              <a:gd name="csX27" fmla="*/ 3738660 w 3746709"/>
              <a:gd name="csY27" fmla="*/ 40690 h 1312149"/>
              <a:gd name="csX28" fmla="*/ 3746398 w 3746709"/>
              <a:gd name="csY28" fmla="*/ 95668 h 1312149"/>
              <a:gd name="csX29" fmla="*/ 3746643 w 3746709"/>
              <a:gd name="csY29" fmla="*/ 1214532 h 1312149"/>
              <a:gd name="csX30" fmla="*/ 3684986 w 3746709"/>
              <a:gd name="csY30" fmla="*/ 1311945 h 1312149"/>
              <a:gd name="csX31" fmla="*/ 3619012 w 3746709"/>
              <a:gd name="csY31" fmla="*/ 1214695 h 1312149"/>
              <a:gd name="csX32" fmla="*/ 3619012 w 3746709"/>
              <a:gd name="csY32" fmla="*/ 657258 h 1312149"/>
              <a:gd name="csX33" fmla="*/ 3618849 w 3746709"/>
              <a:gd name="csY33" fmla="*/ 657421 h 1312149"/>
              <a:gd name="csX34" fmla="*/ 3619175 w 3746709"/>
              <a:gd name="csY34" fmla="*/ 91840 h 1312149"/>
              <a:gd name="csX35" fmla="*/ 3628134 w 3746709"/>
              <a:gd name="csY35" fmla="*/ 37106 h 1312149"/>
              <a:gd name="csX36" fmla="*/ 3684823 w 3746709"/>
              <a:gd name="csY36" fmla="*/ 2409 h 1312149"/>
              <a:gd name="csX37" fmla="*/ 67512 w 3746709"/>
              <a:gd name="csY37" fmla="*/ 453 h 1312149"/>
              <a:gd name="csX38" fmla="*/ 121676 w 3746709"/>
              <a:gd name="csY38" fmla="*/ 50870 h 1312149"/>
              <a:gd name="csX39" fmla="*/ 123794 w 3746709"/>
              <a:gd name="csY39" fmla="*/ 95504 h 1312149"/>
              <a:gd name="csX40" fmla="*/ 123794 w 3746709"/>
              <a:gd name="csY40" fmla="*/ 1214368 h 1312149"/>
              <a:gd name="csX41" fmla="*/ 60019 w 3746709"/>
              <a:gd name="csY41" fmla="*/ 1312107 h 1312149"/>
              <a:gd name="csX42" fmla="*/ 154 w 3746709"/>
              <a:gd name="csY42" fmla="*/ 1214938 h 1312149"/>
              <a:gd name="csX43" fmla="*/ 154 w 3746709"/>
              <a:gd name="csY43" fmla="*/ 653429 h 1312149"/>
              <a:gd name="csX44" fmla="*/ 73 w 3746709"/>
              <a:gd name="csY44" fmla="*/ 653429 h 1312149"/>
              <a:gd name="csX45" fmla="*/ 236 w 3746709"/>
              <a:gd name="csY45" fmla="*/ 71640 h 1312149"/>
              <a:gd name="csX46" fmla="*/ 67512 w 3746709"/>
              <a:gd name="csY46" fmla="*/ 453 h 13121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3746709" h="1312149">
                <a:moveTo>
                  <a:pt x="666020" y="281961"/>
                </a:moveTo>
                <a:cubicBezTo>
                  <a:pt x="681800" y="283041"/>
                  <a:pt x="697154" y="290453"/>
                  <a:pt x="708353" y="303118"/>
                </a:cubicBezTo>
                <a:cubicBezTo>
                  <a:pt x="730670" y="328448"/>
                  <a:pt x="730181" y="363797"/>
                  <a:pt x="703955" y="390838"/>
                </a:cubicBezTo>
                <a:cubicBezTo>
                  <a:pt x="649221" y="447282"/>
                  <a:pt x="593184" y="502505"/>
                  <a:pt x="537799" y="558379"/>
                </a:cubicBezTo>
                <a:cubicBezTo>
                  <a:pt x="528677" y="567582"/>
                  <a:pt x="520206" y="577356"/>
                  <a:pt x="507581" y="591121"/>
                </a:cubicBezTo>
                <a:lnTo>
                  <a:pt x="3236202" y="591121"/>
                </a:lnTo>
                <a:cubicBezTo>
                  <a:pt x="3217224" y="571411"/>
                  <a:pt x="3202319" y="555691"/>
                  <a:pt x="3187170" y="540215"/>
                </a:cubicBezTo>
                <a:cubicBezTo>
                  <a:pt x="3138789" y="490857"/>
                  <a:pt x="3089512" y="442314"/>
                  <a:pt x="3042028" y="392060"/>
                </a:cubicBezTo>
                <a:cubicBezTo>
                  <a:pt x="3018978" y="367625"/>
                  <a:pt x="3009285" y="338792"/>
                  <a:pt x="3032824" y="308004"/>
                </a:cubicBezTo>
                <a:cubicBezTo>
                  <a:pt x="3051802" y="283163"/>
                  <a:pt x="3077377" y="277543"/>
                  <a:pt x="3105151" y="288131"/>
                </a:cubicBezTo>
                <a:cubicBezTo>
                  <a:pt x="3117124" y="292692"/>
                  <a:pt x="3127386" y="303036"/>
                  <a:pt x="3136834" y="312403"/>
                </a:cubicBezTo>
                <a:cubicBezTo>
                  <a:pt x="3234736" y="409979"/>
                  <a:pt x="3332312" y="507799"/>
                  <a:pt x="3429806" y="605782"/>
                </a:cubicBezTo>
                <a:cubicBezTo>
                  <a:pt x="3462956" y="639095"/>
                  <a:pt x="3463770" y="671267"/>
                  <a:pt x="3430539" y="704905"/>
                </a:cubicBezTo>
                <a:cubicBezTo>
                  <a:pt x="3331416" y="805169"/>
                  <a:pt x="3231722" y="905025"/>
                  <a:pt x="3131621" y="1004312"/>
                </a:cubicBezTo>
                <a:cubicBezTo>
                  <a:pt x="3100997" y="1034692"/>
                  <a:pt x="3064670" y="1035262"/>
                  <a:pt x="3038281" y="1008791"/>
                </a:cubicBezTo>
                <a:cubicBezTo>
                  <a:pt x="3010507" y="980936"/>
                  <a:pt x="3011484" y="948601"/>
                  <a:pt x="3043983" y="915858"/>
                </a:cubicBezTo>
                <a:cubicBezTo>
                  <a:pt x="3107024" y="852409"/>
                  <a:pt x="3171206" y="790101"/>
                  <a:pt x="3242962" y="719322"/>
                </a:cubicBezTo>
                <a:lnTo>
                  <a:pt x="508640" y="719322"/>
                </a:lnTo>
                <a:cubicBezTo>
                  <a:pt x="549364" y="761268"/>
                  <a:pt x="585365" y="798409"/>
                  <a:pt x="621528" y="835468"/>
                </a:cubicBezTo>
                <a:cubicBezTo>
                  <a:pt x="648977" y="863568"/>
                  <a:pt x="677647" y="890609"/>
                  <a:pt x="704036" y="919768"/>
                </a:cubicBezTo>
                <a:cubicBezTo>
                  <a:pt x="732380" y="951125"/>
                  <a:pt x="731566" y="983379"/>
                  <a:pt x="704443" y="1009850"/>
                </a:cubicBezTo>
                <a:cubicBezTo>
                  <a:pt x="678054" y="1035669"/>
                  <a:pt x="645311" y="1035018"/>
                  <a:pt x="615012" y="1004963"/>
                </a:cubicBezTo>
                <a:cubicBezTo>
                  <a:pt x="513120" y="903722"/>
                  <a:pt x="411716" y="801992"/>
                  <a:pt x="310638" y="699855"/>
                </a:cubicBezTo>
                <a:cubicBezTo>
                  <a:pt x="284818" y="673710"/>
                  <a:pt x="282294" y="638932"/>
                  <a:pt x="307950" y="612624"/>
                </a:cubicBezTo>
                <a:cubicBezTo>
                  <a:pt x="411309" y="506984"/>
                  <a:pt x="515726" y="402404"/>
                  <a:pt x="621121" y="298801"/>
                </a:cubicBezTo>
                <a:cubicBezTo>
                  <a:pt x="634031" y="286136"/>
                  <a:pt x="650239" y="280882"/>
                  <a:pt x="666020" y="281961"/>
                </a:cubicBezTo>
                <a:close/>
                <a:moveTo>
                  <a:pt x="3684823" y="2409"/>
                </a:moveTo>
                <a:cubicBezTo>
                  <a:pt x="3703556" y="2979"/>
                  <a:pt x="3726199" y="23097"/>
                  <a:pt x="3738660" y="40690"/>
                </a:cubicBezTo>
                <a:cubicBezTo>
                  <a:pt x="3748190" y="54129"/>
                  <a:pt x="3746398" y="77016"/>
                  <a:pt x="3746398" y="95668"/>
                </a:cubicBezTo>
                <a:cubicBezTo>
                  <a:pt x="3746805" y="468622"/>
                  <a:pt x="3746724" y="841577"/>
                  <a:pt x="3746643" y="1214532"/>
                </a:cubicBezTo>
                <a:cubicBezTo>
                  <a:pt x="3746643" y="1279039"/>
                  <a:pt x="3726769" y="1310316"/>
                  <a:pt x="3684986" y="1311945"/>
                </a:cubicBezTo>
                <a:cubicBezTo>
                  <a:pt x="3641573" y="1313655"/>
                  <a:pt x="3619012" y="1280505"/>
                  <a:pt x="3619012" y="1214695"/>
                </a:cubicBezTo>
                <a:cubicBezTo>
                  <a:pt x="3619012" y="1028910"/>
                  <a:pt x="3619012" y="843124"/>
                  <a:pt x="3619012" y="657258"/>
                </a:cubicBezTo>
                <a:lnTo>
                  <a:pt x="3618849" y="657421"/>
                </a:lnTo>
                <a:cubicBezTo>
                  <a:pt x="3618849" y="468867"/>
                  <a:pt x="3618605" y="280394"/>
                  <a:pt x="3619175" y="91840"/>
                </a:cubicBezTo>
                <a:cubicBezTo>
                  <a:pt x="3619175" y="73188"/>
                  <a:pt x="3618034" y="49812"/>
                  <a:pt x="3628134" y="37106"/>
                </a:cubicBezTo>
                <a:cubicBezTo>
                  <a:pt x="3641573" y="20246"/>
                  <a:pt x="3665763" y="1920"/>
                  <a:pt x="3684823" y="2409"/>
                </a:cubicBezTo>
                <a:close/>
                <a:moveTo>
                  <a:pt x="67512" y="453"/>
                </a:moveTo>
                <a:cubicBezTo>
                  <a:pt x="97649" y="3630"/>
                  <a:pt x="117278" y="19920"/>
                  <a:pt x="121676" y="50870"/>
                </a:cubicBezTo>
                <a:cubicBezTo>
                  <a:pt x="123712" y="65531"/>
                  <a:pt x="123794" y="80599"/>
                  <a:pt x="123794" y="95504"/>
                </a:cubicBezTo>
                <a:cubicBezTo>
                  <a:pt x="123794" y="468459"/>
                  <a:pt x="123794" y="841414"/>
                  <a:pt x="123794" y="1214368"/>
                </a:cubicBezTo>
                <a:cubicBezTo>
                  <a:pt x="123794" y="1280668"/>
                  <a:pt x="102210" y="1313492"/>
                  <a:pt x="60019" y="1312107"/>
                </a:cubicBezTo>
                <a:cubicBezTo>
                  <a:pt x="18887" y="1310722"/>
                  <a:pt x="154" y="1280342"/>
                  <a:pt x="154" y="1214938"/>
                </a:cubicBezTo>
                <a:cubicBezTo>
                  <a:pt x="154" y="1027769"/>
                  <a:pt x="154" y="840599"/>
                  <a:pt x="154" y="653429"/>
                </a:cubicBezTo>
                <a:lnTo>
                  <a:pt x="73" y="653429"/>
                </a:lnTo>
                <a:cubicBezTo>
                  <a:pt x="73" y="459500"/>
                  <a:pt x="-172" y="265570"/>
                  <a:pt x="236" y="71640"/>
                </a:cubicBezTo>
                <a:cubicBezTo>
                  <a:pt x="317" y="22852"/>
                  <a:pt x="26218" y="-3863"/>
                  <a:pt x="67512" y="453"/>
                </a:cubicBezTo>
                <a:close/>
              </a:path>
            </a:pathLst>
          </a:custGeom>
          <a:solidFill>
            <a:schemeClr val="accent2"/>
          </a:solidFill>
          <a:ln w="0" cap="flat">
            <a:noFill/>
            <a:prstDash val="solid"/>
            <a:miter/>
          </a:ln>
        </p:spPr>
        <p:txBody>
          <a:bodyPr wrap="square">
            <a:noAutofit/>
          </a:bodyPr>
          <a:lstStyle/>
          <a:p>
            <a:endParaRPr lang="zh-CN" altLang="en-US" sz="1800"/>
          </a:p>
        </p:txBody>
      </p:sp>
      <p:grpSp>
        <p:nvGrpSpPr>
          <p:cNvPr id="22" name="组合 21"/>
          <p:cNvGrpSpPr/>
          <p:nvPr/>
        </p:nvGrpSpPr>
        <p:grpSpPr>
          <a:xfrm>
            <a:off x="5287293" y="1624176"/>
            <a:ext cx="359394" cy="200055"/>
            <a:chOff x="5840104" y="1456733"/>
            <a:chExt cx="359394" cy="200055"/>
          </a:xfrm>
        </p:grpSpPr>
        <p:sp>
          <p:nvSpPr>
            <p:cNvPr id="23" name="矩形: 圆角 22"/>
            <p:cNvSpPr/>
            <p:nvPr/>
          </p:nvSpPr>
          <p:spPr>
            <a:xfrm>
              <a:off x="5876545" y="1488690"/>
              <a:ext cx="286512" cy="146303"/>
            </a:xfrm>
            <a:prstGeom prst="roundRect">
              <a:avLst/>
            </a:prstGeom>
            <a:solidFill>
              <a:srgbClr val="EE82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4" name="文本框 23"/>
            <p:cNvSpPr txBox="1"/>
            <p:nvPr/>
          </p:nvSpPr>
          <p:spPr>
            <a:xfrm>
              <a:off x="5840104" y="1456733"/>
              <a:ext cx="359394" cy="200055"/>
            </a:xfrm>
            <a:prstGeom prst="rect">
              <a:avLst/>
            </a:prstGeom>
            <a:noFill/>
          </p:spPr>
          <p:txBody>
            <a:bodyPr wrap="square" rtlCol="0">
              <a:spAutoFit/>
            </a:bodyPr>
            <a:lstStyle/>
            <a:p>
              <a:r>
                <a:rPr lang="en-US" altLang="zh-CN" sz="700" dirty="0">
                  <a:solidFill>
                    <a:schemeClr val="bg1"/>
                  </a:solidFill>
                </a:rPr>
                <a:t>20px</a:t>
              </a:r>
              <a:endParaRPr lang="zh-CN" altLang="en-US" sz="700" dirty="0">
                <a:solidFill>
                  <a:schemeClr val="bg1"/>
                </a:solidFill>
              </a:endParaRPr>
            </a:p>
          </p:txBody>
        </p:sp>
      </p:grpSp>
      <p:sp>
        <p:nvSpPr>
          <p:cNvPr id="25" name="Shape_1"/>
          <p:cNvSpPr/>
          <p:nvPr/>
        </p:nvSpPr>
        <p:spPr>
          <a:xfrm rot="5400000">
            <a:off x="4746925" y="3637592"/>
            <a:ext cx="92605" cy="89781"/>
          </a:xfrm>
          <a:custGeom>
            <a:avLst/>
            <a:gdLst>
              <a:gd name="csX0" fmla="*/ 666020 w 3746709"/>
              <a:gd name="csY0" fmla="*/ 281961 h 1312149"/>
              <a:gd name="csX1" fmla="*/ 708353 w 3746709"/>
              <a:gd name="csY1" fmla="*/ 303118 h 1312149"/>
              <a:gd name="csX2" fmla="*/ 703955 w 3746709"/>
              <a:gd name="csY2" fmla="*/ 390838 h 1312149"/>
              <a:gd name="csX3" fmla="*/ 537799 w 3746709"/>
              <a:gd name="csY3" fmla="*/ 558379 h 1312149"/>
              <a:gd name="csX4" fmla="*/ 507581 w 3746709"/>
              <a:gd name="csY4" fmla="*/ 591121 h 1312149"/>
              <a:gd name="csX5" fmla="*/ 3236202 w 3746709"/>
              <a:gd name="csY5" fmla="*/ 591121 h 1312149"/>
              <a:gd name="csX6" fmla="*/ 3187170 w 3746709"/>
              <a:gd name="csY6" fmla="*/ 540215 h 1312149"/>
              <a:gd name="csX7" fmla="*/ 3042028 w 3746709"/>
              <a:gd name="csY7" fmla="*/ 392060 h 1312149"/>
              <a:gd name="csX8" fmla="*/ 3032824 w 3746709"/>
              <a:gd name="csY8" fmla="*/ 308004 h 1312149"/>
              <a:gd name="csX9" fmla="*/ 3105151 w 3746709"/>
              <a:gd name="csY9" fmla="*/ 288131 h 1312149"/>
              <a:gd name="csX10" fmla="*/ 3136834 w 3746709"/>
              <a:gd name="csY10" fmla="*/ 312403 h 1312149"/>
              <a:gd name="csX11" fmla="*/ 3429806 w 3746709"/>
              <a:gd name="csY11" fmla="*/ 605782 h 1312149"/>
              <a:gd name="csX12" fmla="*/ 3430539 w 3746709"/>
              <a:gd name="csY12" fmla="*/ 704905 h 1312149"/>
              <a:gd name="csX13" fmla="*/ 3131621 w 3746709"/>
              <a:gd name="csY13" fmla="*/ 1004312 h 1312149"/>
              <a:gd name="csX14" fmla="*/ 3038281 w 3746709"/>
              <a:gd name="csY14" fmla="*/ 1008791 h 1312149"/>
              <a:gd name="csX15" fmla="*/ 3043983 w 3746709"/>
              <a:gd name="csY15" fmla="*/ 915858 h 1312149"/>
              <a:gd name="csX16" fmla="*/ 3242962 w 3746709"/>
              <a:gd name="csY16" fmla="*/ 719322 h 1312149"/>
              <a:gd name="csX17" fmla="*/ 508640 w 3746709"/>
              <a:gd name="csY17" fmla="*/ 719322 h 1312149"/>
              <a:gd name="csX18" fmla="*/ 621528 w 3746709"/>
              <a:gd name="csY18" fmla="*/ 835468 h 1312149"/>
              <a:gd name="csX19" fmla="*/ 704036 w 3746709"/>
              <a:gd name="csY19" fmla="*/ 919768 h 1312149"/>
              <a:gd name="csX20" fmla="*/ 704443 w 3746709"/>
              <a:gd name="csY20" fmla="*/ 1009850 h 1312149"/>
              <a:gd name="csX21" fmla="*/ 615012 w 3746709"/>
              <a:gd name="csY21" fmla="*/ 1004963 h 1312149"/>
              <a:gd name="csX22" fmla="*/ 310638 w 3746709"/>
              <a:gd name="csY22" fmla="*/ 699855 h 1312149"/>
              <a:gd name="csX23" fmla="*/ 307950 w 3746709"/>
              <a:gd name="csY23" fmla="*/ 612624 h 1312149"/>
              <a:gd name="csX24" fmla="*/ 621121 w 3746709"/>
              <a:gd name="csY24" fmla="*/ 298801 h 1312149"/>
              <a:gd name="csX25" fmla="*/ 666020 w 3746709"/>
              <a:gd name="csY25" fmla="*/ 281961 h 1312149"/>
              <a:gd name="csX26" fmla="*/ 3684823 w 3746709"/>
              <a:gd name="csY26" fmla="*/ 2409 h 1312149"/>
              <a:gd name="csX27" fmla="*/ 3738660 w 3746709"/>
              <a:gd name="csY27" fmla="*/ 40690 h 1312149"/>
              <a:gd name="csX28" fmla="*/ 3746398 w 3746709"/>
              <a:gd name="csY28" fmla="*/ 95668 h 1312149"/>
              <a:gd name="csX29" fmla="*/ 3746643 w 3746709"/>
              <a:gd name="csY29" fmla="*/ 1214532 h 1312149"/>
              <a:gd name="csX30" fmla="*/ 3684986 w 3746709"/>
              <a:gd name="csY30" fmla="*/ 1311945 h 1312149"/>
              <a:gd name="csX31" fmla="*/ 3619012 w 3746709"/>
              <a:gd name="csY31" fmla="*/ 1214695 h 1312149"/>
              <a:gd name="csX32" fmla="*/ 3619012 w 3746709"/>
              <a:gd name="csY32" fmla="*/ 657258 h 1312149"/>
              <a:gd name="csX33" fmla="*/ 3618849 w 3746709"/>
              <a:gd name="csY33" fmla="*/ 657421 h 1312149"/>
              <a:gd name="csX34" fmla="*/ 3619175 w 3746709"/>
              <a:gd name="csY34" fmla="*/ 91840 h 1312149"/>
              <a:gd name="csX35" fmla="*/ 3628134 w 3746709"/>
              <a:gd name="csY35" fmla="*/ 37106 h 1312149"/>
              <a:gd name="csX36" fmla="*/ 3684823 w 3746709"/>
              <a:gd name="csY36" fmla="*/ 2409 h 1312149"/>
              <a:gd name="csX37" fmla="*/ 67512 w 3746709"/>
              <a:gd name="csY37" fmla="*/ 453 h 1312149"/>
              <a:gd name="csX38" fmla="*/ 121676 w 3746709"/>
              <a:gd name="csY38" fmla="*/ 50870 h 1312149"/>
              <a:gd name="csX39" fmla="*/ 123794 w 3746709"/>
              <a:gd name="csY39" fmla="*/ 95504 h 1312149"/>
              <a:gd name="csX40" fmla="*/ 123794 w 3746709"/>
              <a:gd name="csY40" fmla="*/ 1214368 h 1312149"/>
              <a:gd name="csX41" fmla="*/ 60019 w 3746709"/>
              <a:gd name="csY41" fmla="*/ 1312107 h 1312149"/>
              <a:gd name="csX42" fmla="*/ 154 w 3746709"/>
              <a:gd name="csY42" fmla="*/ 1214938 h 1312149"/>
              <a:gd name="csX43" fmla="*/ 154 w 3746709"/>
              <a:gd name="csY43" fmla="*/ 653429 h 1312149"/>
              <a:gd name="csX44" fmla="*/ 73 w 3746709"/>
              <a:gd name="csY44" fmla="*/ 653429 h 1312149"/>
              <a:gd name="csX45" fmla="*/ 236 w 3746709"/>
              <a:gd name="csY45" fmla="*/ 71640 h 1312149"/>
              <a:gd name="csX46" fmla="*/ 67512 w 3746709"/>
              <a:gd name="csY46" fmla="*/ 453 h 13121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3746709" h="1312149">
                <a:moveTo>
                  <a:pt x="666020" y="281961"/>
                </a:moveTo>
                <a:cubicBezTo>
                  <a:pt x="681800" y="283041"/>
                  <a:pt x="697154" y="290453"/>
                  <a:pt x="708353" y="303118"/>
                </a:cubicBezTo>
                <a:cubicBezTo>
                  <a:pt x="730670" y="328448"/>
                  <a:pt x="730181" y="363797"/>
                  <a:pt x="703955" y="390838"/>
                </a:cubicBezTo>
                <a:cubicBezTo>
                  <a:pt x="649221" y="447282"/>
                  <a:pt x="593184" y="502505"/>
                  <a:pt x="537799" y="558379"/>
                </a:cubicBezTo>
                <a:cubicBezTo>
                  <a:pt x="528677" y="567582"/>
                  <a:pt x="520206" y="577356"/>
                  <a:pt x="507581" y="591121"/>
                </a:cubicBezTo>
                <a:lnTo>
                  <a:pt x="3236202" y="591121"/>
                </a:lnTo>
                <a:cubicBezTo>
                  <a:pt x="3217224" y="571411"/>
                  <a:pt x="3202319" y="555691"/>
                  <a:pt x="3187170" y="540215"/>
                </a:cubicBezTo>
                <a:cubicBezTo>
                  <a:pt x="3138789" y="490857"/>
                  <a:pt x="3089512" y="442314"/>
                  <a:pt x="3042028" y="392060"/>
                </a:cubicBezTo>
                <a:cubicBezTo>
                  <a:pt x="3018978" y="367625"/>
                  <a:pt x="3009285" y="338792"/>
                  <a:pt x="3032824" y="308004"/>
                </a:cubicBezTo>
                <a:cubicBezTo>
                  <a:pt x="3051802" y="283163"/>
                  <a:pt x="3077377" y="277543"/>
                  <a:pt x="3105151" y="288131"/>
                </a:cubicBezTo>
                <a:cubicBezTo>
                  <a:pt x="3117124" y="292692"/>
                  <a:pt x="3127386" y="303036"/>
                  <a:pt x="3136834" y="312403"/>
                </a:cubicBezTo>
                <a:cubicBezTo>
                  <a:pt x="3234736" y="409979"/>
                  <a:pt x="3332312" y="507799"/>
                  <a:pt x="3429806" y="605782"/>
                </a:cubicBezTo>
                <a:cubicBezTo>
                  <a:pt x="3462956" y="639095"/>
                  <a:pt x="3463770" y="671267"/>
                  <a:pt x="3430539" y="704905"/>
                </a:cubicBezTo>
                <a:cubicBezTo>
                  <a:pt x="3331416" y="805169"/>
                  <a:pt x="3231722" y="905025"/>
                  <a:pt x="3131621" y="1004312"/>
                </a:cubicBezTo>
                <a:cubicBezTo>
                  <a:pt x="3100997" y="1034692"/>
                  <a:pt x="3064670" y="1035262"/>
                  <a:pt x="3038281" y="1008791"/>
                </a:cubicBezTo>
                <a:cubicBezTo>
                  <a:pt x="3010507" y="980936"/>
                  <a:pt x="3011484" y="948601"/>
                  <a:pt x="3043983" y="915858"/>
                </a:cubicBezTo>
                <a:cubicBezTo>
                  <a:pt x="3107024" y="852409"/>
                  <a:pt x="3171206" y="790101"/>
                  <a:pt x="3242962" y="719322"/>
                </a:cubicBezTo>
                <a:lnTo>
                  <a:pt x="508640" y="719322"/>
                </a:lnTo>
                <a:cubicBezTo>
                  <a:pt x="549364" y="761268"/>
                  <a:pt x="585365" y="798409"/>
                  <a:pt x="621528" y="835468"/>
                </a:cubicBezTo>
                <a:cubicBezTo>
                  <a:pt x="648977" y="863568"/>
                  <a:pt x="677647" y="890609"/>
                  <a:pt x="704036" y="919768"/>
                </a:cubicBezTo>
                <a:cubicBezTo>
                  <a:pt x="732380" y="951125"/>
                  <a:pt x="731566" y="983379"/>
                  <a:pt x="704443" y="1009850"/>
                </a:cubicBezTo>
                <a:cubicBezTo>
                  <a:pt x="678054" y="1035669"/>
                  <a:pt x="645311" y="1035018"/>
                  <a:pt x="615012" y="1004963"/>
                </a:cubicBezTo>
                <a:cubicBezTo>
                  <a:pt x="513120" y="903722"/>
                  <a:pt x="411716" y="801992"/>
                  <a:pt x="310638" y="699855"/>
                </a:cubicBezTo>
                <a:cubicBezTo>
                  <a:pt x="284818" y="673710"/>
                  <a:pt x="282294" y="638932"/>
                  <a:pt x="307950" y="612624"/>
                </a:cubicBezTo>
                <a:cubicBezTo>
                  <a:pt x="411309" y="506984"/>
                  <a:pt x="515726" y="402404"/>
                  <a:pt x="621121" y="298801"/>
                </a:cubicBezTo>
                <a:cubicBezTo>
                  <a:pt x="634031" y="286136"/>
                  <a:pt x="650239" y="280882"/>
                  <a:pt x="666020" y="281961"/>
                </a:cubicBezTo>
                <a:close/>
                <a:moveTo>
                  <a:pt x="3684823" y="2409"/>
                </a:moveTo>
                <a:cubicBezTo>
                  <a:pt x="3703556" y="2979"/>
                  <a:pt x="3726199" y="23097"/>
                  <a:pt x="3738660" y="40690"/>
                </a:cubicBezTo>
                <a:cubicBezTo>
                  <a:pt x="3748190" y="54129"/>
                  <a:pt x="3746398" y="77016"/>
                  <a:pt x="3746398" y="95668"/>
                </a:cubicBezTo>
                <a:cubicBezTo>
                  <a:pt x="3746805" y="468622"/>
                  <a:pt x="3746724" y="841577"/>
                  <a:pt x="3746643" y="1214532"/>
                </a:cubicBezTo>
                <a:cubicBezTo>
                  <a:pt x="3746643" y="1279039"/>
                  <a:pt x="3726769" y="1310316"/>
                  <a:pt x="3684986" y="1311945"/>
                </a:cubicBezTo>
                <a:cubicBezTo>
                  <a:pt x="3641573" y="1313655"/>
                  <a:pt x="3619012" y="1280505"/>
                  <a:pt x="3619012" y="1214695"/>
                </a:cubicBezTo>
                <a:cubicBezTo>
                  <a:pt x="3619012" y="1028910"/>
                  <a:pt x="3619012" y="843124"/>
                  <a:pt x="3619012" y="657258"/>
                </a:cubicBezTo>
                <a:lnTo>
                  <a:pt x="3618849" y="657421"/>
                </a:lnTo>
                <a:cubicBezTo>
                  <a:pt x="3618849" y="468867"/>
                  <a:pt x="3618605" y="280394"/>
                  <a:pt x="3619175" y="91840"/>
                </a:cubicBezTo>
                <a:cubicBezTo>
                  <a:pt x="3619175" y="73188"/>
                  <a:pt x="3618034" y="49812"/>
                  <a:pt x="3628134" y="37106"/>
                </a:cubicBezTo>
                <a:cubicBezTo>
                  <a:pt x="3641573" y="20246"/>
                  <a:pt x="3665763" y="1920"/>
                  <a:pt x="3684823" y="2409"/>
                </a:cubicBezTo>
                <a:close/>
                <a:moveTo>
                  <a:pt x="67512" y="453"/>
                </a:moveTo>
                <a:cubicBezTo>
                  <a:pt x="97649" y="3630"/>
                  <a:pt x="117278" y="19920"/>
                  <a:pt x="121676" y="50870"/>
                </a:cubicBezTo>
                <a:cubicBezTo>
                  <a:pt x="123712" y="65531"/>
                  <a:pt x="123794" y="80599"/>
                  <a:pt x="123794" y="95504"/>
                </a:cubicBezTo>
                <a:cubicBezTo>
                  <a:pt x="123794" y="468459"/>
                  <a:pt x="123794" y="841414"/>
                  <a:pt x="123794" y="1214368"/>
                </a:cubicBezTo>
                <a:cubicBezTo>
                  <a:pt x="123794" y="1280668"/>
                  <a:pt x="102210" y="1313492"/>
                  <a:pt x="60019" y="1312107"/>
                </a:cubicBezTo>
                <a:cubicBezTo>
                  <a:pt x="18887" y="1310722"/>
                  <a:pt x="154" y="1280342"/>
                  <a:pt x="154" y="1214938"/>
                </a:cubicBezTo>
                <a:cubicBezTo>
                  <a:pt x="154" y="1027769"/>
                  <a:pt x="154" y="840599"/>
                  <a:pt x="154" y="653429"/>
                </a:cubicBezTo>
                <a:lnTo>
                  <a:pt x="73" y="653429"/>
                </a:lnTo>
                <a:cubicBezTo>
                  <a:pt x="73" y="459500"/>
                  <a:pt x="-172" y="265570"/>
                  <a:pt x="236" y="71640"/>
                </a:cubicBezTo>
                <a:cubicBezTo>
                  <a:pt x="317" y="22852"/>
                  <a:pt x="26218" y="-3863"/>
                  <a:pt x="67512" y="453"/>
                </a:cubicBezTo>
                <a:close/>
              </a:path>
            </a:pathLst>
          </a:custGeom>
          <a:solidFill>
            <a:schemeClr val="accent2"/>
          </a:solidFill>
          <a:ln w="0" cap="flat">
            <a:noFill/>
            <a:prstDash val="solid"/>
            <a:miter/>
          </a:ln>
        </p:spPr>
        <p:txBody>
          <a:bodyPr wrap="square">
            <a:noAutofit/>
          </a:bodyPr>
          <a:lstStyle/>
          <a:p>
            <a:endParaRPr lang="zh-CN" altLang="en-US" sz="1800"/>
          </a:p>
        </p:txBody>
      </p:sp>
      <p:grpSp>
        <p:nvGrpSpPr>
          <p:cNvPr id="26" name="组合 25"/>
          <p:cNvGrpSpPr/>
          <p:nvPr/>
        </p:nvGrpSpPr>
        <p:grpSpPr>
          <a:xfrm>
            <a:off x="4838118" y="3574896"/>
            <a:ext cx="359394" cy="200055"/>
            <a:chOff x="5840104" y="1456733"/>
            <a:chExt cx="359394" cy="200055"/>
          </a:xfrm>
        </p:grpSpPr>
        <p:sp>
          <p:nvSpPr>
            <p:cNvPr id="27" name="矩形: 圆角 26"/>
            <p:cNvSpPr/>
            <p:nvPr/>
          </p:nvSpPr>
          <p:spPr>
            <a:xfrm>
              <a:off x="5876545" y="1488690"/>
              <a:ext cx="286512" cy="146303"/>
            </a:xfrm>
            <a:prstGeom prst="roundRect">
              <a:avLst/>
            </a:prstGeom>
            <a:solidFill>
              <a:srgbClr val="EE82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8" name="文本框 27"/>
            <p:cNvSpPr txBox="1"/>
            <p:nvPr/>
          </p:nvSpPr>
          <p:spPr>
            <a:xfrm>
              <a:off x="5840104" y="1456733"/>
              <a:ext cx="359394" cy="200055"/>
            </a:xfrm>
            <a:prstGeom prst="rect">
              <a:avLst/>
            </a:prstGeom>
            <a:noFill/>
          </p:spPr>
          <p:txBody>
            <a:bodyPr wrap="square" rtlCol="0">
              <a:spAutoFit/>
            </a:bodyPr>
            <a:lstStyle/>
            <a:p>
              <a:r>
                <a:rPr lang="en-US" altLang="zh-CN" sz="700" dirty="0">
                  <a:solidFill>
                    <a:schemeClr val="bg1"/>
                  </a:solidFill>
                </a:rPr>
                <a:t>16px</a:t>
              </a:r>
              <a:endParaRPr lang="zh-CN" altLang="en-US" sz="700" dirty="0">
                <a:solidFill>
                  <a:schemeClr val="bg1"/>
                </a:solidFill>
              </a:endParaRPr>
            </a:p>
          </p:txBody>
        </p:sp>
      </p:grpSp>
      <p:sp>
        <p:nvSpPr>
          <p:cNvPr id="37" name="Shape_1"/>
          <p:cNvSpPr/>
          <p:nvPr/>
        </p:nvSpPr>
        <p:spPr>
          <a:xfrm>
            <a:off x="2940095" y="4874311"/>
            <a:ext cx="95993" cy="207641"/>
          </a:xfrm>
          <a:custGeom>
            <a:avLst/>
            <a:gdLst>
              <a:gd name="csX0" fmla="*/ 666020 w 3746709"/>
              <a:gd name="csY0" fmla="*/ 281961 h 1312149"/>
              <a:gd name="csX1" fmla="*/ 708353 w 3746709"/>
              <a:gd name="csY1" fmla="*/ 303118 h 1312149"/>
              <a:gd name="csX2" fmla="*/ 703955 w 3746709"/>
              <a:gd name="csY2" fmla="*/ 390838 h 1312149"/>
              <a:gd name="csX3" fmla="*/ 537799 w 3746709"/>
              <a:gd name="csY3" fmla="*/ 558379 h 1312149"/>
              <a:gd name="csX4" fmla="*/ 507581 w 3746709"/>
              <a:gd name="csY4" fmla="*/ 591121 h 1312149"/>
              <a:gd name="csX5" fmla="*/ 3236202 w 3746709"/>
              <a:gd name="csY5" fmla="*/ 591121 h 1312149"/>
              <a:gd name="csX6" fmla="*/ 3187170 w 3746709"/>
              <a:gd name="csY6" fmla="*/ 540215 h 1312149"/>
              <a:gd name="csX7" fmla="*/ 3042028 w 3746709"/>
              <a:gd name="csY7" fmla="*/ 392060 h 1312149"/>
              <a:gd name="csX8" fmla="*/ 3032824 w 3746709"/>
              <a:gd name="csY8" fmla="*/ 308004 h 1312149"/>
              <a:gd name="csX9" fmla="*/ 3105151 w 3746709"/>
              <a:gd name="csY9" fmla="*/ 288131 h 1312149"/>
              <a:gd name="csX10" fmla="*/ 3136834 w 3746709"/>
              <a:gd name="csY10" fmla="*/ 312403 h 1312149"/>
              <a:gd name="csX11" fmla="*/ 3429806 w 3746709"/>
              <a:gd name="csY11" fmla="*/ 605782 h 1312149"/>
              <a:gd name="csX12" fmla="*/ 3430539 w 3746709"/>
              <a:gd name="csY12" fmla="*/ 704905 h 1312149"/>
              <a:gd name="csX13" fmla="*/ 3131621 w 3746709"/>
              <a:gd name="csY13" fmla="*/ 1004312 h 1312149"/>
              <a:gd name="csX14" fmla="*/ 3038281 w 3746709"/>
              <a:gd name="csY14" fmla="*/ 1008791 h 1312149"/>
              <a:gd name="csX15" fmla="*/ 3043983 w 3746709"/>
              <a:gd name="csY15" fmla="*/ 915858 h 1312149"/>
              <a:gd name="csX16" fmla="*/ 3242962 w 3746709"/>
              <a:gd name="csY16" fmla="*/ 719322 h 1312149"/>
              <a:gd name="csX17" fmla="*/ 508640 w 3746709"/>
              <a:gd name="csY17" fmla="*/ 719322 h 1312149"/>
              <a:gd name="csX18" fmla="*/ 621528 w 3746709"/>
              <a:gd name="csY18" fmla="*/ 835468 h 1312149"/>
              <a:gd name="csX19" fmla="*/ 704036 w 3746709"/>
              <a:gd name="csY19" fmla="*/ 919768 h 1312149"/>
              <a:gd name="csX20" fmla="*/ 704443 w 3746709"/>
              <a:gd name="csY20" fmla="*/ 1009850 h 1312149"/>
              <a:gd name="csX21" fmla="*/ 615012 w 3746709"/>
              <a:gd name="csY21" fmla="*/ 1004963 h 1312149"/>
              <a:gd name="csX22" fmla="*/ 310638 w 3746709"/>
              <a:gd name="csY22" fmla="*/ 699855 h 1312149"/>
              <a:gd name="csX23" fmla="*/ 307950 w 3746709"/>
              <a:gd name="csY23" fmla="*/ 612624 h 1312149"/>
              <a:gd name="csX24" fmla="*/ 621121 w 3746709"/>
              <a:gd name="csY24" fmla="*/ 298801 h 1312149"/>
              <a:gd name="csX25" fmla="*/ 666020 w 3746709"/>
              <a:gd name="csY25" fmla="*/ 281961 h 1312149"/>
              <a:gd name="csX26" fmla="*/ 3684823 w 3746709"/>
              <a:gd name="csY26" fmla="*/ 2409 h 1312149"/>
              <a:gd name="csX27" fmla="*/ 3738660 w 3746709"/>
              <a:gd name="csY27" fmla="*/ 40690 h 1312149"/>
              <a:gd name="csX28" fmla="*/ 3746398 w 3746709"/>
              <a:gd name="csY28" fmla="*/ 95668 h 1312149"/>
              <a:gd name="csX29" fmla="*/ 3746643 w 3746709"/>
              <a:gd name="csY29" fmla="*/ 1214532 h 1312149"/>
              <a:gd name="csX30" fmla="*/ 3684986 w 3746709"/>
              <a:gd name="csY30" fmla="*/ 1311945 h 1312149"/>
              <a:gd name="csX31" fmla="*/ 3619012 w 3746709"/>
              <a:gd name="csY31" fmla="*/ 1214695 h 1312149"/>
              <a:gd name="csX32" fmla="*/ 3619012 w 3746709"/>
              <a:gd name="csY32" fmla="*/ 657258 h 1312149"/>
              <a:gd name="csX33" fmla="*/ 3618849 w 3746709"/>
              <a:gd name="csY33" fmla="*/ 657421 h 1312149"/>
              <a:gd name="csX34" fmla="*/ 3619175 w 3746709"/>
              <a:gd name="csY34" fmla="*/ 91840 h 1312149"/>
              <a:gd name="csX35" fmla="*/ 3628134 w 3746709"/>
              <a:gd name="csY35" fmla="*/ 37106 h 1312149"/>
              <a:gd name="csX36" fmla="*/ 3684823 w 3746709"/>
              <a:gd name="csY36" fmla="*/ 2409 h 1312149"/>
              <a:gd name="csX37" fmla="*/ 67512 w 3746709"/>
              <a:gd name="csY37" fmla="*/ 453 h 1312149"/>
              <a:gd name="csX38" fmla="*/ 121676 w 3746709"/>
              <a:gd name="csY38" fmla="*/ 50870 h 1312149"/>
              <a:gd name="csX39" fmla="*/ 123794 w 3746709"/>
              <a:gd name="csY39" fmla="*/ 95504 h 1312149"/>
              <a:gd name="csX40" fmla="*/ 123794 w 3746709"/>
              <a:gd name="csY40" fmla="*/ 1214368 h 1312149"/>
              <a:gd name="csX41" fmla="*/ 60019 w 3746709"/>
              <a:gd name="csY41" fmla="*/ 1312107 h 1312149"/>
              <a:gd name="csX42" fmla="*/ 154 w 3746709"/>
              <a:gd name="csY42" fmla="*/ 1214938 h 1312149"/>
              <a:gd name="csX43" fmla="*/ 154 w 3746709"/>
              <a:gd name="csY43" fmla="*/ 653429 h 1312149"/>
              <a:gd name="csX44" fmla="*/ 73 w 3746709"/>
              <a:gd name="csY44" fmla="*/ 653429 h 1312149"/>
              <a:gd name="csX45" fmla="*/ 236 w 3746709"/>
              <a:gd name="csY45" fmla="*/ 71640 h 1312149"/>
              <a:gd name="csX46" fmla="*/ 67512 w 3746709"/>
              <a:gd name="csY46" fmla="*/ 453 h 13121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3746709" h="1312149">
                <a:moveTo>
                  <a:pt x="666020" y="281961"/>
                </a:moveTo>
                <a:cubicBezTo>
                  <a:pt x="681800" y="283041"/>
                  <a:pt x="697154" y="290453"/>
                  <a:pt x="708353" y="303118"/>
                </a:cubicBezTo>
                <a:cubicBezTo>
                  <a:pt x="730670" y="328448"/>
                  <a:pt x="730181" y="363797"/>
                  <a:pt x="703955" y="390838"/>
                </a:cubicBezTo>
                <a:cubicBezTo>
                  <a:pt x="649221" y="447282"/>
                  <a:pt x="593184" y="502505"/>
                  <a:pt x="537799" y="558379"/>
                </a:cubicBezTo>
                <a:cubicBezTo>
                  <a:pt x="528677" y="567582"/>
                  <a:pt x="520206" y="577356"/>
                  <a:pt x="507581" y="591121"/>
                </a:cubicBezTo>
                <a:lnTo>
                  <a:pt x="3236202" y="591121"/>
                </a:lnTo>
                <a:cubicBezTo>
                  <a:pt x="3217224" y="571411"/>
                  <a:pt x="3202319" y="555691"/>
                  <a:pt x="3187170" y="540215"/>
                </a:cubicBezTo>
                <a:cubicBezTo>
                  <a:pt x="3138789" y="490857"/>
                  <a:pt x="3089512" y="442314"/>
                  <a:pt x="3042028" y="392060"/>
                </a:cubicBezTo>
                <a:cubicBezTo>
                  <a:pt x="3018978" y="367625"/>
                  <a:pt x="3009285" y="338792"/>
                  <a:pt x="3032824" y="308004"/>
                </a:cubicBezTo>
                <a:cubicBezTo>
                  <a:pt x="3051802" y="283163"/>
                  <a:pt x="3077377" y="277543"/>
                  <a:pt x="3105151" y="288131"/>
                </a:cubicBezTo>
                <a:cubicBezTo>
                  <a:pt x="3117124" y="292692"/>
                  <a:pt x="3127386" y="303036"/>
                  <a:pt x="3136834" y="312403"/>
                </a:cubicBezTo>
                <a:cubicBezTo>
                  <a:pt x="3234736" y="409979"/>
                  <a:pt x="3332312" y="507799"/>
                  <a:pt x="3429806" y="605782"/>
                </a:cubicBezTo>
                <a:cubicBezTo>
                  <a:pt x="3462956" y="639095"/>
                  <a:pt x="3463770" y="671267"/>
                  <a:pt x="3430539" y="704905"/>
                </a:cubicBezTo>
                <a:cubicBezTo>
                  <a:pt x="3331416" y="805169"/>
                  <a:pt x="3231722" y="905025"/>
                  <a:pt x="3131621" y="1004312"/>
                </a:cubicBezTo>
                <a:cubicBezTo>
                  <a:pt x="3100997" y="1034692"/>
                  <a:pt x="3064670" y="1035262"/>
                  <a:pt x="3038281" y="1008791"/>
                </a:cubicBezTo>
                <a:cubicBezTo>
                  <a:pt x="3010507" y="980936"/>
                  <a:pt x="3011484" y="948601"/>
                  <a:pt x="3043983" y="915858"/>
                </a:cubicBezTo>
                <a:cubicBezTo>
                  <a:pt x="3107024" y="852409"/>
                  <a:pt x="3171206" y="790101"/>
                  <a:pt x="3242962" y="719322"/>
                </a:cubicBezTo>
                <a:lnTo>
                  <a:pt x="508640" y="719322"/>
                </a:lnTo>
                <a:cubicBezTo>
                  <a:pt x="549364" y="761268"/>
                  <a:pt x="585365" y="798409"/>
                  <a:pt x="621528" y="835468"/>
                </a:cubicBezTo>
                <a:cubicBezTo>
                  <a:pt x="648977" y="863568"/>
                  <a:pt x="677647" y="890609"/>
                  <a:pt x="704036" y="919768"/>
                </a:cubicBezTo>
                <a:cubicBezTo>
                  <a:pt x="732380" y="951125"/>
                  <a:pt x="731566" y="983379"/>
                  <a:pt x="704443" y="1009850"/>
                </a:cubicBezTo>
                <a:cubicBezTo>
                  <a:pt x="678054" y="1035669"/>
                  <a:pt x="645311" y="1035018"/>
                  <a:pt x="615012" y="1004963"/>
                </a:cubicBezTo>
                <a:cubicBezTo>
                  <a:pt x="513120" y="903722"/>
                  <a:pt x="411716" y="801992"/>
                  <a:pt x="310638" y="699855"/>
                </a:cubicBezTo>
                <a:cubicBezTo>
                  <a:pt x="284818" y="673710"/>
                  <a:pt x="282294" y="638932"/>
                  <a:pt x="307950" y="612624"/>
                </a:cubicBezTo>
                <a:cubicBezTo>
                  <a:pt x="411309" y="506984"/>
                  <a:pt x="515726" y="402404"/>
                  <a:pt x="621121" y="298801"/>
                </a:cubicBezTo>
                <a:cubicBezTo>
                  <a:pt x="634031" y="286136"/>
                  <a:pt x="650239" y="280882"/>
                  <a:pt x="666020" y="281961"/>
                </a:cubicBezTo>
                <a:close/>
                <a:moveTo>
                  <a:pt x="3684823" y="2409"/>
                </a:moveTo>
                <a:cubicBezTo>
                  <a:pt x="3703556" y="2979"/>
                  <a:pt x="3726199" y="23097"/>
                  <a:pt x="3738660" y="40690"/>
                </a:cubicBezTo>
                <a:cubicBezTo>
                  <a:pt x="3748190" y="54129"/>
                  <a:pt x="3746398" y="77016"/>
                  <a:pt x="3746398" y="95668"/>
                </a:cubicBezTo>
                <a:cubicBezTo>
                  <a:pt x="3746805" y="468622"/>
                  <a:pt x="3746724" y="841577"/>
                  <a:pt x="3746643" y="1214532"/>
                </a:cubicBezTo>
                <a:cubicBezTo>
                  <a:pt x="3746643" y="1279039"/>
                  <a:pt x="3726769" y="1310316"/>
                  <a:pt x="3684986" y="1311945"/>
                </a:cubicBezTo>
                <a:cubicBezTo>
                  <a:pt x="3641573" y="1313655"/>
                  <a:pt x="3619012" y="1280505"/>
                  <a:pt x="3619012" y="1214695"/>
                </a:cubicBezTo>
                <a:cubicBezTo>
                  <a:pt x="3619012" y="1028910"/>
                  <a:pt x="3619012" y="843124"/>
                  <a:pt x="3619012" y="657258"/>
                </a:cubicBezTo>
                <a:lnTo>
                  <a:pt x="3618849" y="657421"/>
                </a:lnTo>
                <a:cubicBezTo>
                  <a:pt x="3618849" y="468867"/>
                  <a:pt x="3618605" y="280394"/>
                  <a:pt x="3619175" y="91840"/>
                </a:cubicBezTo>
                <a:cubicBezTo>
                  <a:pt x="3619175" y="73188"/>
                  <a:pt x="3618034" y="49812"/>
                  <a:pt x="3628134" y="37106"/>
                </a:cubicBezTo>
                <a:cubicBezTo>
                  <a:pt x="3641573" y="20246"/>
                  <a:pt x="3665763" y="1920"/>
                  <a:pt x="3684823" y="2409"/>
                </a:cubicBezTo>
                <a:close/>
                <a:moveTo>
                  <a:pt x="67512" y="453"/>
                </a:moveTo>
                <a:cubicBezTo>
                  <a:pt x="97649" y="3630"/>
                  <a:pt x="117278" y="19920"/>
                  <a:pt x="121676" y="50870"/>
                </a:cubicBezTo>
                <a:cubicBezTo>
                  <a:pt x="123712" y="65531"/>
                  <a:pt x="123794" y="80599"/>
                  <a:pt x="123794" y="95504"/>
                </a:cubicBezTo>
                <a:cubicBezTo>
                  <a:pt x="123794" y="468459"/>
                  <a:pt x="123794" y="841414"/>
                  <a:pt x="123794" y="1214368"/>
                </a:cubicBezTo>
                <a:cubicBezTo>
                  <a:pt x="123794" y="1280668"/>
                  <a:pt x="102210" y="1313492"/>
                  <a:pt x="60019" y="1312107"/>
                </a:cubicBezTo>
                <a:cubicBezTo>
                  <a:pt x="18887" y="1310722"/>
                  <a:pt x="154" y="1280342"/>
                  <a:pt x="154" y="1214938"/>
                </a:cubicBezTo>
                <a:cubicBezTo>
                  <a:pt x="154" y="1027769"/>
                  <a:pt x="154" y="840599"/>
                  <a:pt x="154" y="653429"/>
                </a:cubicBezTo>
                <a:lnTo>
                  <a:pt x="73" y="653429"/>
                </a:lnTo>
                <a:cubicBezTo>
                  <a:pt x="73" y="459500"/>
                  <a:pt x="-172" y="265570"/>
                  <a:pt x="236" y="71640"/>
                </a:cubicBezTo>
                <a:cubicBezTo>
                  <a:pt x="317" y="22852"/>
                  <a:pt x="26218" y="-3863"/>
                  <a:pt x="67512" y="453"/>
                </a:cubicBezTo>
                <a:close/>
              </a:path>
            </a:pathLst>
          </a:custGeom>
          <a:solidFill>
            <a:schemeClr val="accent2"/>
          </a:solidFill>
          <a:ln w="0" cap="flat">
            <a:noFill/>
            <a:prstDash val="solid"/>
            <a:miter/>
          </a:ln>
        </p:spPr>
        <p:txBody>
          <a:bodyPr wrap="square">
            <a:noAutofit/>
          </a:bodyPr>
          <a:lstStyle/>
          <a:p>
            <a:endParaRPr lang="zh-CN" altLang="en-US" sz="1800"/>
          </a:p>
        </p:txBody>
      </p:sp>
      <p:grpSp>
        <p:nvGrpSpPr>
          <p:cNvPr id="38" name="组合 37"/>
          <p:cNvGrpSpPr/>
          <p:nvPr/>
        </p:nvGrpSpPr>
        <p:grpSpPr>
          <a:xfrm>
            <a:off x="2815750" y="5074366"/>
            <a:ext cx="402163" cy="200055"/>
            <a:chOff x="5840103" y="1456733"/>
            <a:chExt cx="402163" cy="200055"/>
          </a:xfrm>
        </p:grpSpPr>
        <p:sp>
          <p:nvSpPr>
            <p:cNvPr id="39" name="矩形: 圆角 38"/>
            <p:cNvSpPr/>
            <p:nvPr/>
          </p:nvSpPr>
          <p:spPr>
            <a:xfrm>
              <a:off x="5876545" y="1488690"/>
              <a:ext cx="286512" cy="146303"/>
            </a:xfrm>
            <a:prstGeom prst="roundRect">
              <a:avLst/>
            </a:prstGeom>
            <a:solidFill>
              <a:srgbClr val="EE82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40" name="文本框 39"/>
            <p:cNvSpPr txBox="1"/>
            <p:nvPr/>
          </p:nvSpPr>
          <p:spPr>
            <a:xfrm>
              <a:off x="5840103" y="1456733"/>
              <a:ext cx="402163" cy="200055"/>
            </a:xfrm>
            <a:prstGeom prst="rect">
              <a:avLst/>
            </a:prstGeom>
            <a:noFill/>
          </p:spPr>
          <p:txBody>
            <a:bodyPr wrap="square" rtlCol="0">
              <a:spAutoFit/>
            </a:bodyPr>
            <a:lstStyle/>
            <a:p>
              <a:r>
                <a:rPr lang="en-US" altLang="zh-CN" sz="700" dirty="0">
                  <a:solidFill>
                    <a:schemeClr val="bg1"/>
                  </a:solidFill>
                </a:rPr>
                <a:t>20px</a:t>
              </a:r>
              <a:endParaRPr lang="zh-CN" altLang="en-US" sz="700" dirty="0">
                <a:solidFill>
                  <a:schemeClr val="bg1"/>
                </a:solidFill>
              </a:endParaRPr>
            </a:p>
          </p:txBody>
        </p:sp>
      </p:grpSp>
      <p:cxnSp>
        <p:nvCxnSpPr>
          <p:cNvPr id="49" name="连接符: 曲线 48"/>
          <p:cNvCxnSpPr/>
          <p:nvPr/>
        </p:nvCxnSpPr>
        <p:spPr>
          <a:xfrm rot="5400000" flipH="1" flipV="1">
            <a:off x="5286911" y="758182"/>
            <a:ext cx="743738" cy="670093"/>
          </a:xfrm>
          <a:prstGeom prst="curvedConnector2">
            <a:avLst/>
          </a:prstGeom>
          <a:ln w="19050" cap="flat" cmpd="sng" algn="ctr">
            <a:solidFill>
              <a:schemeClr val="accent2"/>
            </a:solidFill>
            <a:prstDash val="dash"/>
            <a:round/>
            <a:headEnd type="oval" w="lg" len="lg"/>
            <a:tailEnd type="triangle" w="lg" len="lg"/>
          </a:ln>
        </p:spPr>
        <p:style>
          <a:lnRef idx="0">
            <a:scrgbClr r="0" g="0" b="0"/>
          </a:lnRef>
          <a:fillRef idx="0">
            <a:scrgbClr r="0" g="0" b="0"/>
          </a:fillRef>
          <a:effectRef idx="0">
            <a:scrgbClr r="0" g="0" b="0"/>
          </a:effectRef>
          <a:fontRef idx="minor">
            <a:schemeClr val="tx1"/>
          </a:fontRef>
        </p:style>
      </p:cxnSp>
      <p:sp>
        <p:nvSpPr>
          <p:cNvPr id="54" name="文本框 53"/>
          <p:cNvSpPr txBox="1"/>
          <p:nvPr/>
        </p:nvSpPr>
        <p:spPr>
          <a:xfrm>
            <a:off x="5993827" y="361532"/>
            <a:ext cx="1189294" cy="615553"/>
          </a:xfrm>
          <a:prstGeom prst="rect">
            <a:avLst/>
          </a:prstGeom>
          <a:noFill/>
        </p:spPr>
        <p:txBody>
          <a:bodyPr wrap="square" rtlCol="0">
            <a:spAutoFit/>
          </a:bodyPr>
          <a:lstStyle/>
          <a:p>
            <a:r>
              <a:rPr lang="zh-CN" altLang="en-US" sz="1400" b="1" dirty="0">
                <a:solidFill>
                  <a:srgbClr val="EE822F"/>
                </a:solidFill>
                <a:latin typeface="微软雅黑" panose="020B0503020204020204" charset="-122"/>
                <a:ea typeface="微软雅黑" panose="020B0503020204020204" charset="-122"/>
              </a:rPr>
              <a:t>标题栏</a:t>
            </a:r>
            <a:endParaRPr lang="en-US" altLang="zh-CN" sz="1800" b="1" dirty="0">
              <a:solidFill>
                <a:srgbClr val="EE822F"/>
              </a:solidFill>
              <a:latin typeface="微软雅黑" panose="020B0503020204020204" charset="-122"/>
              <a:ea typeface="微软雅黑" panose="020B0503020204020204" charset="-122"/>
            </a:endParaRPr>
          </a:p>
          <a:p>
            <a:pPr marL="171450" indent="-171450">
              <a:buFont typeface="Arial" panose="020B0604020202020204" pitchFamily="34" charset="0"/>
              <a:buChar char="•"/>
            </a:pPr>
            <a:r>
              <a:rPr lang="zh-CN" altLang="en-US" sz="1000" dirty="0">
                <a:solidFill>
                  <a:schemeClr val="tx1">
                    <a:lumMod val="50000"/>
                    <a:lumOff val="50000"/>
                  </a:schemeClr>
                </a:solidFill>
                <a:latin typeface="微软雅黑" panose="020B0503020204020204" charset="-122"/>
                <a:ea typeface="微软雅黑" panose="020B0503020204020204" charset="-122"/>
              </a:rPr>
              <a:t>横向全屏，响应式布局</a:t>
            </a:r>
            <a:endParaRPr lang="zh-CN" altLang="en-US" sz="1000" dirty="0">
              <a:solidFill>
                <a:schemeClr val="tx1">
                  <a:lumMod val="50000"/>
                  <a:lumOff val="50000"/>
                </a:schemeClr>
              </a:solidFill>
              <a:latin typeface="微软雅黑" panose="020B0503020204020204" charset="-122"/>
              <a:ea typeface="微软雅黑" panose="020B0503020204020204" charset="-122"/>
            </a:endParaRPr>
          </a:p>
        </p:txBody>
      </p:sp>
      <p:cxnSp>
        <p:nvCxnSpPr>
          <p:cNvPr id="55" name="连接符: 曲线 54"/>
          <p:cNvCxnSpPr/>
          <p:nvPr/>
        </p:nvCxnSpPr>
        <p:spPr>
          <a:xfrm flipV="1">
            <a:off x="10701864" y="1119723"/>
            <a:ext cx="396835" cy="280528"/>
          </a:xfrm>
          <a:prstGeom prst="curvedConnector3">
            <a:avLst>
              <a:gd name="adj1" fmla="val 3915"/>
            </a:avLst>
          </a:prstGeom>
          <a:ln w="19050" cap="flat" cmpd="sng" algn="ctr">
            <a:solidFill>
              <a:schemeClr val="accent2"/>
            </a:solidFill>
            <a:prstDash val="dash"/>
            <a:round/>
            <a:headEnd type="oval" w="lg" len="lg"/>
            <a:tailEnd type="triangle" w="lg" len="lg"/>
          </a:ln>
        </p:spPr>
        <p:style>
          <a:lnRef idx="0">
            <a:scrgbClr r="0" g="0" b="0"/>
          </a:lnRef>
          <a:fillRef idx="0">
            <a:scrgbClr r="0" g="0" b="0"/>
          </a:fillRef>
          <a:effectRef idx="0">
            <a:scrgbClr r="0" g="0" b="0"/>
          </a:effectRef>
          <a:fontRef idx="minor">
            <a:schemeClr val="tx1"/>
          </a:fontRef>
        </p:style>
      </p:cxnSp>
      <p:sp>
        <p:nvSpPr>
          <p:cNvPr id="57" name="文本框 56"/>
          <p:cNvSpPr txBox="1"/>
          <p:nvPr/>
        </p:nvSpPr>
        <p:spPr>
          <a:xfrm>
            <a:off x="11144201" y="836062"/>
            <a:ext cx="1249681" cy="923330"/>
          </a:xfrm>
          <a:prstGeom prst="rect">
            <a:avLst/>
          </a:prstGeom>
          <a:noFill/>
        </p:spPr>
        <p:txBody>
          <a:bodyPr wrap="square" rtlCol="0">
            <a:spAutoFit/>
          </a:bodyPr>
          <a:lstStyle/>
          <a:p>
            <a:r>
              <a:rPr lang="zh-CN" altLang="en-US" sz="1400" b="1" dirty="0">
                <a:solidFill>
                  <a:srgbClr val="EE822F"/>
                </a:solidFill>
                <a:latin typeface="微软雅黑" panose="020B0503020204020204" charset="-122"/>
                <a:ea typeface="微软雅黑" panose="020B0503020204020204" charset="-122"/>
              </a:rPr>
              <a:t>工具图标</a:t>
            </a:r>
            <a:endParaRPr lang="zh-CN" altLang="en-US" sz="1400" b="1" dirty="0">
              <a:solidFill>
                <a:srgbClr val="EE822F"/>
              </a:solidFill>
              <a:latin typeface="微软雅黑" panose="020B0503020204020204" charset="-122"/>
              <a:ea typeface="微软雅黑" panose="020B0503020204020204" charset="-122"/>
            </a:endParaRPr>
          </a:p>
          <a:p>
            <a:pPr marL="171450" indent="-171450">
              <a:buFont typeface="Arial" panose="020B0604020202020204" pitchFamily="34" charset="0"/>
              <a:buChar char="•"/>
            </a:pPr>
            <a:r>
              <a:rPr lang="zh-CN" altLang="en-US" sz="1000" dirty="0">
                <a:solidFill>
                  <a:schemeClr val="tx1">
                    <a:lumMod val="50000"/>
                    <a:lumOff val="50000"/>
                  </a:schemeClr>
                </a:solidFill>
                <a:latin typeface="微软雅黑" panose="020B0503020204020204" charset="-122"/>
                <a:ea typeface="微软雅黑" panose="020B0503020204020204" charset="-122"/>
              </a:rPr>
              <a:t>帮助</a:t>
            </a:r>
            <a:endParaRPr lang="en-US" altLang="zh-CN" sz="1000" dirty="0">
              <a:solidFill>
                <a:schemeClr val="tx1">
                  <a:lumMod val="50000"/>
                  <a:lumOff val="50000"/>
                </a:schemeClr>
              </a:solidFill>
              <a:latin typeface="微软雅黑" panose="020B0503020204020204" charset="-122"/>
              <a:ea typeface="微软雅黑" panose="020B0503020204020204" charset="-122"/>
            </a:endParaRPr>
          </a:p>
          <a:p>
            <a:pPr marL="171450" indent="-171450">
              <a:buFont typeface="Arial" panose="020B0604020202020204" pitchFamily="34" charset="0"/>
              <a:buChar char="•"/>
            </a:pPr>
            <a:r>
              <a:rPr lang="zh-CN" altLang="en-US" sz="1000" dirty="0">
                <a:solidFill>
                  <a:schemeClr val="tx1">
                    <a:lumMod val="50000"/>
                    <a:lumOff val="50000"/>
                  </a:schemeClr>
                </a:solidFill>
                <a:latin typeface="微软雅黑" panose="020B0503020204020204" charset="-122"/>
                <a:ea typeface="微软雅黑" panose="020B0503020204020204" charset="-122"/>
              </a:rPr>
              <a:t>通知</a:t>
            </a:r>
            <a:endParaRPr lang="en-US" altLang="zh-CN" sz="1000" dirty="0">
              <a:solidFill>
                <a:schemeClr val="tx1">
                  <a:lumMod val="50000"/>
                  <a:lumOff val="50000"/>
                </a:schemeClr>
              </a:solidFill>
              <a:latin typeface="微软雅黑" panose="020B0503020204020204" charset="-122"/>
              <a:ea typeface="微软雅黑" panose="020B0503020204020204" charset="-122"/>
            </a:endParaRPr>
          </a:p>
          <a:p>
            <a:pPr marL="171450" indent="-171450">
              <a:buFont typeface="Arial" panose="020B0604020202020204" pitchFamily="34" charset="0"/>
              <a:buChar char="•"/>
            </a:pPr>
            <a:r>
              <a:rPr lang="zh-CN" altLang="en-US" sz="1000" dirty="0">
                <a:solidFill>
                  <a:schemeClr val="tx1">
                    <a:lumMod val="50000"/>
                    <a:lumOff val="50000"/>
                  </a:schemeClr>
                </a:solidFill>
                <a:latin typeface="微软雅黑" panose="020B0503020204020204" charset="-122"/>
                <a:ea typeface="微软雅黑" panose="020B0503020204020204" charset="-122"/>
              </a:rPr>
              <a:t>个人中心</a:t>
            </a:r>
            <a:endParaRPr lang="en-US" altLang="zh-CN" sz="1000" dirty="0">
              <a:solidFill>
                <a:schemeClr val="tx1">
                  <a:lumMod val="50000"/>
                  <a:lumOff val="50000"/>
                </a:schemeClr>
              </a:solidFill>
              <a:latin typeface="微软雅黑" panose="020B0503020204020204" charset="-122"/>
              <a:ea typeface="微软雅黑" panose="020B0503020204020204" charset="-122"/>
            </a:endParaRPr>
          </a:p>
          <a:p>
            <a:pPr marL="171450" indent="-171450">
              <a:buFont typeface="Arial" panose="020B0604020202020204" pitchFamily="34" charset="0"/>
              <a:buChar char="•"/>
            </a:pPr>
            <a:r>
              <a:rPr lang="zh-CN" altLang="en-US" sz="1000" dirty="0">
                <a:solidFill>
                  <a:schemeClr val="tx1">
                    <a:lumMod val="50000"/>
                    <a:lumOff val="50000"/>
                  </a:schemeClr>
                </a:solidFill>
                <a:latin typeface="微软雅黑" panose="020B0503020204020204" charset="-122"/>
                <a:ea typeface="微软雅黑" panose="020B0503020204020204" charset="-122"/>
              </a:rPr>
              <a:t>国际化图标</a:t>
            </a:r>
            <a:endParaRPr lang="zh-CN" altLang="en-US" sz="1000" dirty="0">
              <a:solidFill>
                <a:schemeClr val="tx1">
                  <a:lumMod val="50000"/>
                  <a:lumOff val="50000"/>
                </a:schemeClr>
              </a:solidFill>
              <a:latin typeface="微软雅黑" panose="020B0503020204020204" charset="-122"/>
              <a:ea typeface="微软雅黑" panose="020B0503020204020204" charset="-122"/>
            </a:endParaRPr>
          </a:p>
        </p:txBody>
      </p:sp>
      <p:cxnSp>
        <p:nvCxnSpPr>
          <p:cNvPr id="70" name="连接符: 曲线 69"/>
          <p:cNvCxnSpPr>
            <a:endCxn id="71" idx="0"/>
          </p:cNvCxnSpPr>
          <p:nvPr/>
        </p:nvCxnSpPr>
        <p:spPr>
          <a:xfrm rot="10800000">
            <a:off x="1015558" y="1119466"/>
            <a:ext cx="1055522" cy="247132"/>
          </a:xfrm>
          <a:prstGeom prst="curvedConnector4">
            <a:avLst>
              <a:gd name="adj1" fmla="val 20037"/>
              <a:gd name="adj2" fmla="val 192501"/>
            </a:avLst>
          </a:prstGeom>
          <a:ln w="19050" cap="flat" cmpd="sng" algn="ctr">
            <a:solidFill>
              <a:schemeClr val="accent2"/>
            </a:solidFill>
            <a:prstDash val="dash"/>
            <a:round/>
            <a:headEnd type="oval" w="lg" len="lg"/>
            <a:tailEnd type="triangle" w="lg" len="lg"/>
          </a:ln>
        </p:spPr>
        <p:style>
          <a:lnRef idx="0">
            <a:scrgbClr r="0" g="0" b="0"/>
          </a:lnRef>
          <a:fillRef idx="0">
            <a:scrgbClr r="0" g="0" b="0"/>
          </a:fillRef>
          <a:effectRef idx="0">
            <a:scrgbClr r="0" g="0" b="0"/>
          </a:effectRef>
          <a:fontRef idx="minor">
            <a:schemeClr val="tx1"/>
          </a:fontRef>
        </p:style>
      </p:cxnSp>
      <p:sp>
        <p:nvSpPr>
          <p:cNvPr id="71" name="文本框 70"/>
          <p:cNvSpPr txBox="1"/>
          <p:nvPr/>
        </p:nvSpPr>
        <p:spPr>
          <a:xfrm>
            <a:off x="383035" y="1119466"/>
            <a:ext cx="1265046" cy="615553"/>
          </a:xfrm>
          <a:prstGeom prst="rect">
            <a:avLst/>
          </a:prstGeom>
          <a:noFill/>
        </p:spPr>
        <p:txBody>
          <a:bodyPr wrap="square" rtlCol="0">
            <a:spAutoFit/>
          </a:bodyPr>
          <a:lstStyle/>
          <a:p>
            <a:r>
              <a:rPr lang="zh-CN" altLang="en-US" sz="1400" b="1" dirty="0">
                <a:solidFill>
                  <a:srgbClr val="EE822F"/>
                </a:solidFill>
                <a:latin typeface="微软雅黑" panose="020B0503020204020204" charset="-122"/>
                <a:ea typeface="微软雅黑" panose="020B0503020204020204" charset="-122"/>
              </a:rPr>
              <a:t>系统名称</a:t>
            </a:r>
            <a:endParaRPr lang="en-US" altLang="zh-CN" sz="1800" b="1" dirty="0">
              <a:solidFill>
                <a:srgbClr val="EE822F"/>
              </a:solidFill>
              <a:latin typeface="微软雅黑" panose="020B0503020204020204" charset="-122"/>
              <a:ea typeface="微软雅黑" panose="020B0503020204020204" charset="-122"/>
            </a:endParaRPr>
          </a:p>
          <a:p>
            <a:pPr marL="171450" indent="-171450">
              <a:buFont typeface="Arial" panose="020B0604020202020204" pitchFamily="34" charset="0"/>
              <a:buChar char="•"/>
            </a:pPr>
            <a:r>
              <a:rPr lang="zh-CN" altLang="en-US" sz="1000" dirty="0">
                <a:solidFill>
                  <a:schemeClr val="tx1">
                    <a:lumMod val="50000"/>
                    <a:lumOff val="50000"/>
                  </a:schemeClr>
                </a:solidFill>
                <a:latin typeface="微软雅黑" panose="020B0503020204020204" charset="-122"/>
                <a:ea typeface="微软雅黑" panose="020B0503020204020204" charset="-122"/>
              </a:rPr>
              <a:t>系统</a:t>
            </a:r>
            <a:r>
              <a:rPr lang="en-US" altLang="zh-CN" sz="1000" dirty="0">
                <a:solidFill>
                  <a:schemeClr val="tx1">
                    <a:lumMod val="50000"/>
                    <a:lumOff val="50000"/>
                  </a:schemeClr>
                </a:solidFill>
                <a:latin typeface="微软雅黑" panose="020B0503020204020204" charset="-122"/>
                <a:ea typeface="微软雅黑" panose="020B0503020204020204" charset="-122"/>
              </a:rPr>
              <a:t>logo</a:t>
            </a:r>
            <a:endParaRPr lang="en-US" altLang="zh-CN" sz="1000" dirty="0">
              <a:solidFill>
                <a:schemeClr val="tx1">
                  <a:lumMod val="50000"/>
                  <a:lumOff val="50000"/>
                </a:schemeClr>
              </a:solidFill>
              <a:latin typeface="微软雅黑" panose="020B0503020204020204" charset="-122"/>
              <a:ea typeface="微软雅黑" panose="020B0503020204020204" charset="-122"/>
            </a:endParaRPr>
          </a:p>
          <a:p>
            <a:pPr marL="171450" indent="-171450">
              <a:buFont typeface="Arial" panose="020B0604020202020204" pitchFamily="34" charset="0"/>
              <a:buChar char="•"/>
            </a:pPr>
            <a:r>
              <a:rPr lang="zh-CN" altLang="en-US" sz="1000" dirty="0">
                <a:solidFill>
                  <a:schemeClr val="tx1">
                    <a:lumMod val="50000"/>
                    <a:lumOff val="50000"/>
                  </a:schemeClr>
                </a:solidFill>
                <a:latin typeface="微软雅黑" panose="020B0503020204020204" charset="-122"/>
                <a:ea typeface="微软雅黑" panose="020B0503020204020204" charset="-122"/>
              </a:rPr>
              <a:t>系统名称</a:t>
            </a:r>
            <a:endParaRPr lang="zh-CN" altLang="en-US" sz="1000" dirty="0">
              <a:solidFill>
                <a:schemeClr val="tx1">
                  <a:lumMod val="50000"/>
                  <a:lumOff val="50000"/>
                </a:schemeClr>
              </a:solidFill>
              <a:latin typeface="微软雅黑" panose="020B0503020204020204" charset="-122"/>
              <a:ea typeface="微软雅黑" panose="020B0503020204020204" charset="-122"/>
            </a:endParaRPr>
          </a:p>
        </p:txBody>
      </p:sp>
      <p:cxnSp>
        <p:nvCxnSpPr>
          <p:cNvPr id="77" name="连接符: 曲线 76"/>
          <p:cNvCxnSpPr>
            <a:endCxn id="78" idx="2"/>
          </p:cNvCxnSpPr>
          <p:nvPr/>
        </p:nvCxnSpPr>
        <p:spPr>
          <a:xfrm rot="10800000">
            <a:off x="8841209" y="1119467"/>
            <a:ext cx="523509" cy="280785"/>
          </a:xfrm>
          <a:prstGeom prst="curvedConnector2">
            <a:avLst/>
          </a:prstGeom>
          <a:ln w="19050" cap="flat" cmpd="sng" algn="ctr">
            <a:solidFill>
              <a:schemeClr val="accent2"/>
            </a:solidFill>
            <a:prstDash val="dash"/>
            <a:round/>
            <a:headEnd type="oval" w="lg" len="lg"/>
            <a:tailEnd type="triangle" w="lg" len="lg"/>
          </a:ln>
        </p:spPr>
        <p:style>
          <a:lnRef idx="0">
            <a:scrgbClr r="0" g="0" b="0"/>
          </a:lnRef>
          <a:fillRef idx="0">
            <a:scrgbClr r="0" g="0" b="0"/>
          </a:fillRef>
          <a:effectRef idx="0">
            <a:scrgbClr r="0" g="0" b="0"/>
          </a:effectRef>
          <a:fontRef idx="minor">
            <a:schemeClr val="tx1"/>
          </a:fontRef>
        </p:style>
      </p:cxnSp>
      <p:sp>
        <p:nvSpPr>
          <p:cNvPr id="78" name="文本框 77"/>
          <p:cNvSpPr txBox="1"/>
          <p:nvPr/>
        </p:nvSpPr>
        <p:spPr>
          <a:xfrm>
            <a:off x="7899116" y="196136"/>
            <a:ext cx="1884183" cy="923330"/>
          </a:xfrm>
          <a:prstGeom prst="rect">
            <a:avLst/>
          </a:prstGeom>
          <a:noFill/>
        </p:spPr>
        <p:txBody>
          <a:bodyPr wrap="square" rtlCol="0">
            <a:spAutoFit/>
          </a:bodyPr>
          <a:lstStyle/>
          <a:p>
            <a:r>
              <a:rPr lang="zh-CN" altLang="en-US" sz="1400" b="1" dirty="0">
                <a:solidFill>
                  <a:srgbClr val="EE822F"/>
                </a:solidFill>
                <a:latin typeface="微软雅黑" panose="020B0503020204020204" charset="-122"/>
                <a:ea typeface="微软雅黑" panose="020B0503020204020204" charset="-122"/>
              </a:rPr>
              <a:t>全局搜索</a:t>
            </a:r>
            <a:endParaRPr lang="en-US" altLang="zh-CN" sz="1800" b="1" dirty="0">
              <a:solidFill>
                <a:srgbClr val="EE822F"/>
              </a:solidFill>
              <a:latin typeface="微软雅黑" panose="020B0503020204020204" charset="-122"/>
              <a:ea typeface="微软雅黑" panose="020B0503020204020204" charset="-122"/>
            </a:endParaRPr>
          </a:p>
          <a:p>
            <a:pPr marL="171450" indent="-171450">
              <a:buFont typeface="Arial" panose="020B0604020202020204" pitchFamily="34" charset="0"/>
              <a:buChar char="•"/>
            </a:pPr>
            <a:r>
              <a:rPr lang="zh-CN" altLang="en-US" sz="1000" dirty="0">
                <a:solidFill>
                  <a:schemeClr val="tx1">
                    <a:lumMod val="50000"/>
                    <a:lumOff val="50000"/>
                  </a:schemeClr>
                </a:solidFill>
                <a:latin typeface="微软雅黑" panose="020B0503020204020204" charset="-122"/>
                <a:ea typeface="微软雅黑" panose="020B0503020204020204" charset="-122"/>
              </a:rPr>
              <a:t>按需放置，但鼓励提供，搜索整个系统内的功能名称、涉及字段、数据等，需匹配个人权限</a:t>
            </a:r>
            <a:endParaRPr lang="zh-CN" altLang="en-US" sz="1000" dirty="0">
              <a:solidFill>
                <a:schemeClr val="tx1">
                  <a:lumMod val="50000"/>
                  <a:lumOff val="50000"/>
                </a:schemeClr>
              </a:solidFill>
              <a:latin typeface="微软雅黑" panose="020B0503020204020204" charset="-122"/>
              <a:ea typeface="微软雅黑" panose="020B0503020204020204" charset="-122"/>
            </a:endParaRPr>
          </a:p>
        </p:txBody>
      </p:sp>
      <p:cxnSp>
        <p:nvCxnSpPr>
          <p:cNvPr id="79" name="连接符: 曲线 78"/>
          <p:cNvCxnSpPr>
            <a:endCxn id="80" idx="0"/>
          </p:cNvCxnSpPr>
          <p:nvPr/>
        </p:nvCxnSpPr>
        <p:spPr>
          <a:xfrm rot="10800000">
            <a:off x="632448" y="2111137"/>
            <a:ext cx="1119533" cy="537471"/>
          </a:xfrm>
          <a:prstGeom prst="curvedConnector4">
            <a:avLst>
              <a:gd name="adj1" fmla="val 21751"/>
              <a:gd name="adj2" fmla="val 142533"/>
            </a:avLst>
          </a:prstGeom>
          <a:ln w="19050" cap="flat" cmpd="sng" algn="ctr">
            <a:solidFill>
              <a:schemeClr val="accent2"/>
            </a:solidFill>
            <a:prstDash val="dash"/>
            <a:round/>
            <a:headEnd type="oval" w="lg" len="lg"/>
            <a:tailEnd type="triangle" w="lg" len="lg"/>
          </a:ln>
        </p:spPr>
        <p:style>
          <a:lnRef idx="0">
            <a:scrgbClr r="0" g="0" b="0"/>
          </a:lnRef>
          <a:fillRef idx="0">
            <a:scrgbClr r="0" g="0" b="0"/>
          </a:fillRef>
          <a:effectRef idx="0">
            <a:scrgbClr r="0" g="0" b="0"/>
          </a:effectRef>
          <a:fontRef idx="minor">
            <a:schemeClr val="tx1"/>
          </a:fontRef>
        </p:style>
      </p:cxnSp>
      <p:sp>
        <p:nvSpPr>
          <p:cNvPr id="80" name="文本框 79"/>
          <p:cNvSpPr txBox="1"/>
          <p:nvPr/>
        </p:nvSpPr>
        <p:spPr>
          <a:xfrm>
            <a:off x="-76" y="2111136"/>
            <a:ext cx="1265046" cy="1077218"/>
          </a:xfrm>
          <a:prstGeom prst="rect">
            <a:avLst/>
          </a:prstGeom>
          <a:noFill/>
        </p:spPr>
        <p:txBody>
          <a:bodyPr wrap="square" rtlCol="0">
            <a:spAutoFit/>
          </a:bodyPr>
          <a:lstStyle/>
          <a:p>
            <a:r>
              <a:rPr lang="zh-CN" altLang="en-US" sz="1400" b="1" dirty="0">
                <a:solidFill>
                  <a:srgbClr val="EE822F"/>
                </a:solidFill>
                <a:latin typeface="微软雅黑" panose="020B0503020204020204" charset="-122"/>
                <a:ea typeface="微软雅黑" panose="020B0503020204020204" charset="-122"/>
              </a:rPr>
              <a:t>导航菜单</a:t>
            </a:r>
            <a:endParaRPr lang="en-US" altLang="zh-CN" sz="1800" b="1" dirty="0">
              <a:solidFill>
                <a:srgbClr val="EE822F"/>
              </a:solidFill>
              <a:latin typeface="微软雅黑" panose="020B0503020204020204" charset="-122"/>
              <a:ea typeface="微软雅黑" panose="020B0503020204020204" charset="-122"/>
            </a:endParaRPr>
          </a:p>
          <a:p>
            <a:pPr marL="171450" indent="-171450">
              <a:buFont typeface="Arial" panose="020B0604020202020204" pitchFamily="34" charset="0"/>
              <a:buChar char="•"/>
            </a:pPr>
            <a:r>
              <a:rPr lang="zh-CN" altLang="en-US" sz="1000" dirty="0">
                <a:solidFill>
                  <a:schemeClr val="tx1">
                    <a:lumMod val="50000"/>
                    <a:lumOff val="50000"/>
                  </a:schemeClr>
                </a:solidFill>
                <a:latin typeface="微软雅黑" panose="020B0503020204020204" charset="-122"/>
                <a:ea typeface="微软雅黑" panose="020B0503020204020204" charset="-122"/>
              </a:rPr>
              <a:t>分层树形结构</a:t>
            </a:r>
            <a:endParaRPr lang="en-US" altLang="zh-CN" sz="1000" dirty="0">
              <a:solidFill>
                <a:schemeClr val="tx1">
                  <a:lumMod val="50000"/>
                  <a:lumOff val="50000"/>
                </a:schemeClr>
              </a:solidFill>
              <a:latin typeface="微软雅黑" panose="020B0503020204020204" charset="-122"/>
              <a:ea typeface="微软雅黑" panose="020B0503020204020204" charset="-122"/>
            </a:endParaRPr>
          </a:p>
          <a:p>
            <a:pPr marL="171450" indent="-171450">
              <a:buFont typeface="Arial" panose="020B0604020202020204" pitchFamily="34" charset="0"/>
              <a:buChar char="•"/>
            </a:pPr>
            <a:r>
              <a:rPr lang="zh-CN" altLang="en-US" sz="1000" dirty="0">
                <a:solidFill>
                  <a:schemeClr val="tx1">
                    <a:lumMod val="50000"/>
                    <a:lumOff val="50000"/>
                  </a:schemeClr>
                </a:solidFill>
                <a:latin typeface="微软雅黑" panose="020B0503020204020204" charset="-122"/>
                <a:ea typeface="微软雅黑" panose="020B0503020204020204" charset="-122"/>
              </a:rPr>
              <a:t>图标</a:t>
            </a:r>
            <a:r>
              <a:rPr lang="en-US" altLang="zh-CN" sz="1000" dirty="0">
                <a:solidFill>
                  <a:schemeClr val="tx1">
                    <a:lumMod val="50000"/>
                    <a:lumOff val="50000"/>
                  </a:schemeClr>
                </a:solidFill>
                <a:latin typeface="微软雅黑" panose="020B0503020204020204" charset="-122"/>
                <a:ea typeface="微软雅黑" panose="020B0503020204020204" charset="-122"/>
              </a:rPr>
              <a:t>+</a:t>
            </a:r>
            <a:r>
              <a:rPr lang="zh-CN" altLang="en-US" sz="1000" dirty="0">
                <a:solidFill>
                  <a:schemeClr val="tx1">
                    <a:lumMod val="50000"/>
                    <a:lumOff val="50000"/>
                  </a:schemeClr>
                </a:solidFill>
                <a:latin typeface="微软雅黑" panose="020B0503020204020204" charset="-122"/>
                <a:ea typeface="微软雅黑" panose="020B0503020204020204" charset="-122"/>
              </a:rPr>
              <a:t>菜单名</a:t>
            </a:r>
            <a:endParaRPr lang="en-US" altLang="zh-CN" sz="1000" dirty="0">
              <a:solidFill>
                <a:schemeClr val="tx1">
                  <a:lumMod val="50000"/>
                  <a:lumOff val="50000"/>
                </a:schemeClr>
              </a:solidFill>
              <a:latin typeface="微软雅黑" panose="020B0503020204020204" charset="-122"/>
              <a:ea typeface="微软雅黑" panose="020B0503020204020204" charset="-122"/>
            </a:endParaRPr>
          </a:p>
          <a:p>
            <a:pPr marL="171450" indent="-171450">
              <a:buFont typeface="Arial" panose="020B0604020202020204" pitchFamily="34" charset="0"/>
              <a:buChar char="•"/>
            </a:pPr>
            <a:r>
              <a:rPr lang="zh-CN" altLang="en-US" sz="1000" dirty="0">
                <a:solidFill>
                  <a:schemeClr val="tx1">
                    <a:lumMod val="50000"/>
                    <a:lumOff val="50000"/>
                  </a:schemeClr>
                </a:solidFill>
                <a:latin typeface="微软雅黑" panose="020B0503020204020204" charset="-122"/>
                <a:ea typeface="微软雅黑" panose="020B0503020204020204" charset="-122"/>
              </a:rPr>
              <a:t>匹配用户功能权限展示不同菜单</a:t>
            </a:r>
            <a:endParaRPr lang="en-US" altLang="zh-CN" sz="1000" dirty="0">
              <a:solidFill>
                <a:schemeClr val="tx1">
                  <a:lumMod val="50000"/>
                  <a:lumOff val="50000"/>
                </a:schemeClr>
              </a:solidFill>
              <a:latin typeface="微软雅黑" panose="020B0503020204020204" charset="-122"/>
              <a:ea typeface="微软雅黑" panose="020B0503020204020204" charset="-122"/>
            </a:endParaRPr>
          </a:p>
          <a:p>
            <a:pPr marL="171450" indent="-171450">
              <a:buFont typeface="Arial" panose="020B0604020202020204" pitchFamily="34" charset="0"/>
              <a:buChar char="•"/>
            </a:pPr>
            <a:r>
              <a:rPr lang="zh-CN" altLang="en-US" sz="1000" dirty="0">
                <a:solidFill>
                  <a:schemeClr val="tx1">
                    <a:lumMod val="50000"/>
                    <a:lumOff val="50000"/>
                  </a:schemeClr>
                </a:solidFill>
                <a:latin typeface="微软雅黑" panose="020B0503020204020204" charset="-122"/>
                <a:ea typeface="微软雅黑" panose="020B0503020204020204" charset="-122"/>
              </a:rPr>
              <a:t>可缩进</a:t>
            </a:r>
            <a:endParaRPr lang="zh-CN" altLang="en-US" sz="1000" dirty="0">
              <a:solidFill>
                <a:schemeClr val="tx1">
                  <a:lumMod val="50000"/>
                  <a:lumOff val="50000"/>
                </a:schemeClr>
              </a:solidFill>
              <a:latin typeface="微软雅黑" panose="020B0503020204020204" charset="-122"/>
              <a:ea typeface="微软雅黑" panose="020B0503020204020204" charset="-122"/>
            </a:endParaRPr>
          </a:p>
        </p:txBody>
      </p:sp>
      <p:cxnSp>
        <p:nvCxnSpPr>
          <p:cNvPr id="84" name="连接符: 曲线 83"/>
          <p:cNvCxnSpPr/>
          <p:nvPr/>
        </p:nvCxnSpPr>
        <p:spPr>
          <a:xfrm>
            <a:off x="6474372" y="3719036"/>
            <a:ext cx="3952155" cy="1564164"/>
          </a:xfrm>
          <a:prstGeom prst="curvedConnector3">
            <a:avLst>
              <a:gd name="adj1" fmla="val 50000"/>
            </a:avLst>
          </a:prstGeom>
          <a:ln w="19050" cap="flat" cmpd="sng" algn="ctr">
            <a:solidFill>
              <a:schemeClr val="accent2"/>
            </a:solidFill>
            <a:prstDash val="dash"/>
            <a:round/>
            <a:headEnd type="oval" w="lg" len="lg"/>
            <a:tailEnd type="triangle" w="lg" len="lg"/>
          </a:ln>
        </p:spPr>
        <p:style>
          <a:lnRef idx="0">
            <a:scrgbClr r="0" g="0" b="0"/>
          </a:lnRef>
          <a:fillRef idx="0">
            <a:scrgbClr r="0" g="0" b="0"/>
          </a:fillRef>
          <a:effectRef idx="0">
            <a:scrgbClr r="0" g="0" b="0"/>
          </a:effectRef>
          <a:fontRef idx="minor">
            <a:schemeClr val="tx1"/>
          </a:fontRef>
        </p:style>
      </p:cxnSp>
      <p:sp>
        <p:nvSpPr>
          <p:cNvPr id="85" name="文本框 84"/>
          <p:cNvSpPr txBox="1"/>
          <p:nvPr/>
        </p:nvSpPr>
        <p:spPr>
          <a:xfrm>
            <a:off x="10467741" y="5087007"/>
            <a:ext cx="1399140" cy="1538883"/>
          </a:xfrm>
          <a:prstGeom prst="rect">
            <a:avLst/>
          </a:prstGeom>
          <a:noFill/>
        </p:spPr>
        <p:txBody>
          <a:bodyPr wrap="square" rtlCol="0">
            <a:spAutoFit/>
          </a:bodyPr>
          <a:lstStyle/>
          <a:p>
            <a:r>
              <a:rPr lang="zh-CN" altLang="en-US" sz="1400" b="1" dirty="0">
                <a:solidFill>
                  <a:srgbClr val="EE822F"/>
                </a:solidFill>
                <a:latin typeface="微软雅黑" panose="020B0503020204020204" charset="-122"/>
                <a:ea typeface="微软雅黑" panose="020B0503020204020204" charset="-122"/>
              </a:rPr>
              <a:t>首页内容</a:t>
            </a:r>
            <a:endParaRPr lang="en-US" altLang="zh-CN" sz="1800" b="1" dirty="0">
              <a:solidFill>
                <a:srgbClr val="EE822F"/>
              </a:solidFill>
              <a:latin typeface="微软雅黑" panose="020B0503020204020204" charset="-122"/>
              <a:ea typeface="微软雅黑" panose="020B0503020204020204" charset="-122"/>
            </a:endParaRPr>
          </a:p>
          <a:p>
            <a:pPr marL="171450" indent="-171450">
              <a:buFont typeface="Arial" panose="020B0604020202020204" pitchFamily="34" charset="0"/>
              <a:buChar char="•"/>
            </a:pPr>
            <a:r>
              <a:rPr lang="zh-CN" altLang="en-US" sz="1000" dirty="0">
                <a:solidFill>
                  <a:schemeClr val="tx1">
                    <a:lumMod val="50000"/>
                    <a:lumOff val="50000"/>
                  </a:schemeClr>
                </a:solidFill>
                <a:latin typeface="微软雅黑" panose="020B0503020204020204" charset="-122"/>
                <a:ea typeface="微软雅黑" panose="020B0503020204020204" charset="-122"/>
              </a:rPr>
              <a:t>响应式布局</a:t>
            </a:r>
            <a:endParaRPr lang="en-US" altLang="zh-CN" sz="1000" dirty="0">
              <a:solidFill>
                <a:schemeClr val="tx1">
                  <a:lumMod val="50000"/>
                  <a:lumOff val="50000"/>
                </a:schemeClr>
              </a:solidFill>
              <a:latin typeface="微软雅黑" panose="020B0503020204020204" charset="-122"/>
              <a:ea typeface="微软雅黑" panose="020B0503020204020204" charset="-122"/>
            </a:endParaRPr>
          </a:p>
          <a:p>
            <a:pPr marL="171450" indent="-171450">
              <a:buFont typeface="Arial" panose="020B0604020202020204" pitchFamily="34" charset="0"/>
              <a:buChar char="•"/>
            </a:pPr>
            <a:r>
              <a:rPr lang="zh-CN" altLang="en-US" sz="1000" dirty="0">
                <a:solidFill>
                  <a:schemeClr val="tx1">
                    <a:lumMod val="50000"/>
                    <a:lumOff val="50000"/>
                  </a:schemeClr>
                </a:solidFill>
                <a:latin typeface="微软雅黑" panose="020B0503020204020204" charset="-122"/>
                <a:ea typeface="微软雅黑" panose="020B0503020204020204" charset="-122"/>
              </a:rPr>
              <a:t>卡片排列</a:t>
            </a:r>
            <a:endParaRPr lang="en-US" altLang="zh-CN" sz="1000" dirty="0">
              <a:solidFill>
                <a:schemeClr val="tx1">
                  <a:lumMod val="50000"/>
                  <a:lumOff val="50000"/>
                </a:schemeClr>
              </a:solidFill>
              <a:latin typeface="微软雅黑" panose="020B0503020204020204" charset="-122"/>
              <a:ea typeface="微软雅黑" panose="020B0503020204020204" charset="-122"/>
            </a:endParaRPr>
          </a:p>
          <a:p>
            <a:pPr marL="171450" indent="-171450">
              <a:buFont typeface="Arial" panose="020B0604020202020204" pitchFamily="34" charset="0"/>
              <a:buChar char="•"/>
            </a:pPr>
            <a:r>
              <a:rPr lang="zh-CN" altLang="en-US" sz="1000" dirty="0">
                <a:solidFill>
                  <a:schemeClr val="tx1">
                    <a:lumMod val="50000"/>
                    <a:lumOff val="50000"/>
                  </a:schemeClr>
                </a:solidFill>
                <a:latin typeface="微软雅黑" panose="020B0503020204020204" charset="-122"/>
                <a:ea typeface="微软雅黑" panose="020B0503020204020204" charset="-122"/>
              </a:rPr>
              <a:t>通常包括待办任务、通知公告、常用链接、统计数据等</a:t>
            </a:r>
            <a:endParaRPr lang="en-US" altLang="zh-CN" sz="1000" dirty="0">
              <a:solidFill>
                <a:schemeClr val="tx1">
                  <a:lumMod val="50000"/>
                  <a:lumOff val="50000"/>
                </a:schemeClr>
              </a:solidFill>
              <a:latin typeface="微软雅黑" panose="020B0503020204020204" charset="-122"/>
              <a:ea typeface="微软雅黑" panose="020B0503020204020204" charset="-122"/>
            </a:endParaRPr>
          </a:p>
          <a:p>
            <a:pPr marL="171450" indent="-171450">
              <a:buFont typeface="Arial" panose="020B0604020202020204" pitchFamily="34" charset="0"/>
              <a:buChar char="•"/>
            </a:pPr>
            <a:r>
              <a:rPr lang="zh-CN" altLang="en-US" sz="1000" dirty="0">
                <a:solidFill>
                  <a:schemeClr val="tx1">
                    <a:lumMod val="50000"/>
                    <a:lumOff val="50000"/>
                  </a:schemeClr>
                </a:solidFill>
                <a:latin typeface="微软雅黑" panose="020B0503020204020204" charset="-122"/>
                <a:ea typeface="微软雅黑" panose="020B0503020204020204" charset="-122"/>
              </a:rPr>
              <a:t>按需实现千人千面</a:t>
            </a:r>
            <a:endParaRPr lang="en-US" altLang="zh-CN" sz="1000" dirty="0">
              <a:solidFill>
                <a:schemeClr val="tx1">
                  <a:lumMod val="50000"/>
                  <a:lumOff val="50000"/>
                </a:schemeClr>
              </a:solidFill>
              <a:latin typeface="微软雅黑" panose="020B0503020204020204" charset="-122"/>
              <a:ea typeface="微软雅黑" panose="020B0503020204020204" charset="-122"/>
            </a:endParaRPr>
          </a:p>
          <a:p>
            <a:pPr marL="171450" indent="-171450">
              <a:buFont typeface="Arial" panose="020B0604020202020204" pitchFamily="34" charset="0"/>
              <a:buChar char="•"/>
            </a:pPr>
            <a:r>
              <a:rPr lang="zh-CN" altLang="en-US" sz="1000" dirty="0">
                <a:solidFill>
                  <a:schemeClr val="tx1">
                    <a:lumMod val="50000"/>
                    <a:lumOff val="50000"/>
                  </a:schemeClr>
                </a:solidFill>
                <a:latin typeface="微软雅黑" panose="020B0503020204020204" charset="-122"/>
                <a:ea typeface="微软雅黑" panose="020B0503020204020204" charset="-122"/>
              </a:rPr>
              <a:t>按需实现卡片可自定义</a:t>
            </a:r>
            <a:endParaRPr lang="zh-CN" altLang="en-US" sz="1000" dirty="0">
              <a:solidFill>
                <a:schemeClr val="tx1">
                  <a:lumMod val="50000"/>
                  <a:lumOff val="50000"/>
                </a:schemeClr>
              </a:solidFill>
              <a:latin typeface="微软雅黑" panose="020B0503020204020204" charset="-122"/>
              <a:ea typeface="微软雅黑" panose="020B0503020204020204" charset="-122"/>
            </a:endParaRPr>
          </a:p>
        </p:txBody>
      </p:sp>
      <p:sp>
        <p:nvSpPr>
          <p:cNvPr id="90" name="文本框 89"/>
          <p:cNvSpPr txBox="1"/>
          <p:nvPr/>
        </p:nvSpPr>
        <p:spPr>
          <a:xfrm>
            <a:off x="60919" y="3774951"/>
            <a:ext cx="1265046" cy="307777"/>
          </a:xfrm>
          <a:prstGeom prst="rect">
            <a:avLst/>
          </a:prstGeom>
          <a:noFill/>
        </p:spPr>
        <p:txBody>
          <a:bodyPr wrap="square" rtlCol="0">
            <a:spAutoFit/>
          </a:bodyPr>
          <a:lstStyle/>
          <a:p>
            <a:r>
              <a:rPr lang="zh-CN" altLang="en-US" sz="1400" b="1" dirty="0">
                <a:solidFill>
                  <a:srgbClr val="EE822F"/>
                </a:solidFill>
                <a:latin typeface="微软雅黑" panose="020B0503020204020204" charset="-122"/>
                <a:ea typeface="微软雅黑" panose="020B0503020204020204" charset="-122"/>
              </a:rPr>
              <a:t>缩进效果</a:t>
            </a:r>
            <a:endParaRPr lang="en-US" altLang="zh-CN" sz="1800" b="1" dirty="0">
              <a:solidFill>
                <a:srgbClr val="EE822F"/>
              </a:solidFill>
              <a:latin typeface="微软雅黑" panose="020B0503020204020204" charset="-122"/>
              <a:ea typeface="微软雅黑" panose="020B0503020204020204" charset="-122"/>
            </a:endParaRPr>
          </a:p>
        </p:txBody>
      </p:sp>
      <p:cxnSp>
        <p:nvCxnSpPr>
          <p:cNvPr id="93" name="连接符: 曲线 92"/>
          <p:cNvCxnSpPr/>
          <p:nvPr/>
        </p:nvCxnSpPr>
        <p:spPr>
          <a:xfrm rot="16200000" flipV="1">
            <a:off x="-11206" y="4476973"/>
            <a:ext cx="1519876" cy="731387"/>
          </a:xfrm>
          <a:prstGeom prst="curvedConnector3">
            <a:avLst>
              <a:gd name="adj1" fmla="val 50000"/>
            </a:avLst>
          </a:prstGeom>
          <a:ln w="19050" cap="flat" cmpd="sng" algn="ctr">
            <a:solidFill>
              <a:schemeClr val="accent2"/>
            </a:solidFill>
            <a:prstDash val="dash"/>
            <a:round/>
            <a:headEnd type="oval" w="lg" len="lg"/>
            <a:tailEnd type="triangle" w="lg" len="lg"/>
          </a:ln>
        </p:spPr>
        <p:style>
          <a:lnRef idx="0">
            <a:scrgbClr r="0" g="0" b="0"/>
          </a:lnRef>
          <a:fillRef idx="0">
            <a:scrgbClr r="0" g="0" b="0"/>
          </a:fillRef>
          <a:effectRef idx="0">
            <a:scrgbClr r="0" g="0" b="0"/>
          </a:effectRef>
          <a:fontRef idx="minor">
            <a:schemeClr val="tx1"/>
          </a:fontRef>
        </p:style>
      </p:cxnSp>
      <p:sp>
        <p:nvSpPr>
          <p:cNvPr id="43" name="Shape_1"/>
          <p:cNvSpPr/>
          <p:nvPr/>
        </p:nvSpPr>
        <p:spPr>
          <a:xfrm>
            <a:off x="8616702" y="3121960"/>
            <a:ext cx="95993" cy="207641"/>
          </a:xfrm>
          <a:custGeom>
            <a:avLst/>
            <a:gdLst>
              <a:gd name="csX0" fmla="*/ 666020 w 3746709"/>
              <a:gd name="csY0" fmla="*/ 281961 h 1312149"/>
              <a:gd name="csX1" fmla="*/ 708353 w 3746709"/>
              <a:gd name="csY1" fmla="*/ 303118 h 1312149"/>
              <a:gd name="csX2" fmla="*/ 703955 w 3746709"/>
              <a:gd name="csY2" fmla="*/ 390838 h 1312149"/>
              <a:gd name="csX3" fmla="*/ 537799 w 3746709"/>
              <a:gd name="csY3" fmla="*/ 558379 h 1312149"/>
              <a:gd name="csX4" fmla="*/ 507581 w 3746709"/>
              <a:gd name="csY4" fmla="*/ 591121 h 1312149"/>
              <a:gd name="csX5" fmla="*/ 3236202 w 3746709"/>
              <a:gd name="csY5" fmla="*/ 591121 h 1312149"/>
              <a:gd name="csX6" fmla="*/ 3187170 w 3746709"/>
              <a:gd name="csY6" fmla="*/ 540215 h 1312149"/>
              <a:gd name="csX7" fmla="*/ 3042028 w 3746709"/>
              <a:gd name="csY7" fmla="*/ 392060 h 1312149"/>
              <a:gd name="csX8" fmla="*/ 3032824 w 3746709"/>
              <a:gd name="csY8" fmla="*/ 308004 h 1312149"/>
              <a:gd name="csX9" fmla="*/ 3105151 w 3746709"/>
              <a:gd name="csY9" fmla="*/ 288131 h 1312149"/>
              <a:gd name="csX10" fmla="*/ 3136834 w 3746709"/>
              <a:gd name="csY10" fmla="*/ 312403 h 1312149"/>
              <a:gd name="csX11" fmla="*/ 3429806 w 3746709"/>
              <a:gd name="csY11" fmla="*/ 605782 h 1312149"/>
              <a:gd name="csX12" fmla="*/ 3430539 w 3746709"/>
              <a:gd name="csY12" fmla="*/ 704905 h 1312149"/>
              <a:gd name="csX13" fmla="*/ 3131621 w 3746709"/>
              <a:gd name="csY13" fmla="*/ 1004312 h 1312149"/>
              <a:gd name="csX14" fmla="*/ 3038281 w 3746709"/>
              <a:gd name="csY14" fmla="*/ 1008791 h 1312149"/>
              <a:gd name="csX15" fmla="*/ 3043983 w 3746709"/>
              <a:gd name="csY15" fmla="*/ 915858 h 1312149"/>
              <a:gd name="csX16" fmla="*/ 3242962 w 3746709"/>
              <a:gd name="csY16" fmla="*/ 719322 h 1312149"/>
              <a:gd name="csX17" fmla="*/ 508640 w 3746709"/>
              <a:gd name="csY17" fmla="*/ 719322 h 1312149"/>
              <a:gd name="csX18" fmla="*/ 621528 w 3746709"/>
              <a:gd name="csY18" fmla="*/ 835468 h 1312149"/>
              <a:gd name="csX19" fmla="*/ 704036 w 3746709"/>
              <a:gd name="csY19" fmla="*/ 919768 h 1312149"/>
              <a:gd name="csX20" fmla="*/ 704443 w 3746709"/>
              <a:gd name="csY20" fmla="*/ 1009850 h 1312149"/>
              <a:gd name="csX21" fmla="*/ 615012 w 3746709"/>
              <a:gd name="csY21" fmla="*/ 1004963 h 1312149"/>
              <a:gd name="csX22" fmla="*/ 310638 w 3746709"/>
              <a:gd name="csY22" fmla="*/ 699855 h 1312149"/>
              <a:gd name="csX23" fmla="*/ 307950 w 3746709"/>
              <a:gd name="csY23" fmla="*/ 612624 h 1312149"/>
              <a:gd name="csX24" fmla="*/ 621121 w 3746709"/>
              <a:gd name="csY24" fmla="*/ 298801 h 1312149"/>
              <a:gd name="csX25" fmla="*/ 666020 w 3746709"/>
              <a:gd name="csY25" fmla="*/ 281961 h 1312149"/>
              <a:gd name="csX26" fmla="*/ 3684823 w 3746709"/>
              <a:gd name="csY26" fmla="*/ 2409 h 1312149"/>
              <a:gd name="csX27" fmla="*/ 3738660 w 3746709"/>
              <a:gd name="csY27" fmla="*/ 40690 h 1312149"/>
              <a:gd name="csX28" fmla="*/ 3746398 w 3746709"/>
              <a:gd name="csY28" fmla="*/ 95668 h 1312149"/>
              <a:gd name="csX29" fmla="*/ 3746643 w 3746709"/>
              <a:gd name="csY29" fmla="*/ 1214532 h 1312149"/>
              <a:gd name="csX30" fmla="*/ 3684986 w 3746709"/>
              <a:gd name="csY30" fmla="*/ 1311945 h 1312149"/>
              <a:gd name="csX31" fmla="*/ 3619012 w 3746709"/>
              <a:gd name="csY31" fmla="*/ 1214695 h 1312149"/>
              <a:gd name="csX32" fmla="*/ 3619012 w 3746709"/>
              <a:gd name="csY32" fmla="*/ 657258 h 1312149"/>
              <a:gd name="csX33" fmla="*/ 3618849 w 3746709"/>
              <a:gd name="csY33" fmla="*/ 657421 h 1312149"/>
              <a:gd name="csX34" fmla="*/ 3619175 w 3746709"/>
              <a:gd name="csY34" fmla="*/ 91840 h 1312149"/>
              <a:gd name="csX35" fmla="*/ 3628134 w 3746709"/>
              <a:gd name="csY35" fmla="*/ 37106 h 1312149"/>
              <a:gd name="csX36" fmla="*/ 3684823 w 3746709"/>
              <a:gd name="csY36" fmla="*/ 2409 h 1312149"/>
              <a:gd name="csX37" fmla="*/ 67512 w 3746709"/>
              <a:gd name="csY37" fmla="*/ 453 h 1312149"/>
              <a:gd name="csX38" fmla="*/ 121676 w 3746709"/>
              <a:gd name="csY38" fmla="*/ 50870 h 1312149"/>
              <a:gd name="csX39" fmla="*/ 123794 w 3746709"/>
              <a:gd name="csY39" fmla="*/ 95504 h 1312149"/>
              <a:gd name="csX40" fmla="*/ 123794 w 3746709"/>
              <a:gd name="csY40" fmla="*/ 1214368 h 1312149"/>
              <a:gd name="csX41" fmla="*/ 60019 w 3746709"/>
              <a:gd name="csY41" fmla="*/ 1312107 h 1312149"/>
              <a:gd name="csX42" fmla="*/ 154 w 3746709"/>
              <a:gd name="csY42" fmla="*/ 1214938 h 1312149"/>
              <a:gd name="csX43" fmla="*/ 154 w 3746709"/>
              <a:gd name="csY43" fmla="*/ 653429 h 1312149"/>
              <a:gd name="csX44" fmla="*/ 73 w 3746709"/>
              <a:gd name="csY44" fmla="*/ 653429 h 1312149"/>
              <a:gd name="csX45" fmla="*/ 236 w 3746709"/>
              <a:gd name="csY45" fmla="*/ 71640 h 1312149"/>
              <a:gd name="csX46" fmla="*/ 67512 w 3746709"/>
              <a:gd name="csY46" fmla="*/ 453 h 13121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3746709" h="1312149">
                <a:moveTo>
                  <a:pt x="666020" y="281961"/>
                </a:moveTo>
                <a:cubicBezTo>
                  <a:pt x="681800" y="283041"/>
                  <a:pt x="697154" y="290453"/>
                  <a:pt x="708353" y="303118"/>
                </a:cubicBezTo>
                <a:cubicBezTo>
                  <a:pt x="730670" y="328448"/>
                  <a:pt x="730181" y="363797"/>
                  <a:pt x="703955" y="390838"/>
                </a:cubicBezTo>
                <a:cubicBezTo>
                  <a:pt x="649221" y="447282"/>
                  <a:pt x="593184" y="502505"/>
                  <a:pt x="537799" y="558379"/>
                </a:cubicBezTo>
                <a:cubicBezTo>
                  <a:pt x="528677" y="567582"/>
                  <a:pt x="520206" y="577356"/>
                  <a:pt x="507581" y="591121"/>
                </a:cubicBezTo>
                <a:lnTo>
                  <a:pt x="3236202" y="591121"/>
                </a:lnTo>
                <a:cubicBezTo>
                  <a:pt x="3217224" y="571411"/>
                  <a:pt x="3202319" y="555691"/>
                  <a:pt x="3187170" y="540215"/>
                </a:cubicBezTo>
                <a:cubicBezTo>
                  <a:pt x="3138789" y="490857"/>
                  <a:pt x="3089512" y="442314"/>
                  <a:pt x="3042028" y="392060"/>
                </a:cubicBezTo>
                <a:cubicBezTo>
                  <a:pt x="3018978" y="367625"/>
                  <a:pt x="3009285" y="338792"/>
                  <a:pt x="3032824" y="308004"/>
                </a:cubicBezTo>
                <a:cubicBezTo>
                  <a:pt x="3051802" y="283163"/>
                  <a:pt x="3077377" y="277543"/>
                  <a:pt x="3105151" y="288131"/>
                </a:cubicBezTo>
                <a:cubicBezTo>
                  <a:pt x="3117124" y="292692"/>
                  <a:pt x="3127386" y="303036"/>
                  <a:pt x="3136834" y="312403"/>
                </a:cubicBezTo>
                <a:cubicBezTo>
                  <a:pt x="3234736" y="409979"/>
                  <a:pt x="3332312" y="507799"/>
                  <a:pt x="3429806" y="605782"/>
                </a:cubicBezTo>
                <a:cubicBezTo>
                  <a:pt x="3462956" y="639095"/>
                  <a:pt x="3463770" y="671267"/>
                  <a:pt x="3430539" y="704905"/>
                </a:cubicBezTo>
                <a:cubicBezTo>
                  <a:pt x="3331416" y="805169"/>
                  <a:pt x="3231722" y="905025"/>
                  <a:pt x="3131621" y="1004312"/>
                </a:cubicBezTo>
                <a:cubicBezTo>
                  <a:pt x="3100997" y="1034692"/>
                  <a:pt x="3064670" y="1035262"/>
                  <a:pt x="3038281" y="1008791"/>
                </a:cubicBezTo>
                <a:cubicBezTo>
                  <a:pt x="3010507" y="980936"/>
                  <a:pt x="3011484" y="948601"/>
                  <a:pt x="3043983" y="915858"/>
                </a:cubicBezTo>
                <a:cubicBezTo>
                  <a:pt x="3107024" y="852409"/>
                  <a:pt x="3171206" y="790101"/>
                  <a:pt x="3242962" y="719322"/>
                </a:cubicBezTo>
                <a:lnTo>
                  <a:pt x="508640" y="719322"/>
                </a:lnTo>
                <a:cubicBezTo>
                  <a:pt x="549364" y="761268"/>
                  <a:pt x="585365" y="798409"/>
                  <a:pt x="621528" y="835468"/>
                </a:cubicBezTo>
                <a:cubicBezTo>
                  <a:pt x="648977" y="863568"/>
                  <a:pt x="677647" y="890609"/>
                  <a:pt x="704036" y="919768"/>
                </a:cubicBezTo>
                <a:cubicBezTo>
                  <a:pt x="732380" y="951125"/>
                  <a:pt x="731566" y="983379"/>
                  <a:pt x="704443" y="1009850"/>
                </a:cubicBezTo>
                <a:cubicBezTo>
                  <a:pt x="678054" y="1035669"/>
                  <a:pt x="645311" y="1035018"/>
                  <a:pt x="615012" y="1004963"/>
                </a:cubicBezTo>
                <a:cubicBezTo>
                  <a:pt x="513120" y="903722"/>
                  <a:pt x="411716" y="801992"/>
                  <a:pt x="310638" y="699855"/>
                </a:cubicBezTo>
                <a:cubicBezTo>
                  <a:pt x="284818" y="673710"/>
                  <a:pt x="282294" y="638932"/>
                  <a:pt x="307950" y="612624"/>
                </a:cubicBezTo>
                <a:cubicBezTo>
                  <a:pt x="411309" y="506984"/>
                  <a:pt x="515726" y="402404"/>
                  <a:pt x="621121" y="298801"/>
                </a:cubicBezTo>
                <a:cubicBezTo>
                  <a:pt x="634031" y="286136"/>
                  <a:pt x="650239" y="280882"/>
                  <a:pt x="666020" y="281961"/>
                </a:cubicBezTo>
                <a:close/>
                <a:moveTo>
                  <a:pt x="3684823" y="2409"/>
                </a:moveTo>
                <a:cubicBezTo>
                  <a:pt x="3703556" y="2979"/>
                  <a:pt x="3726199" y="23097"/>
                  <a:pt x="3738660" y="40690"/>
                </a:cubicBezTo>
                <a:cubicBezTo>
                  <a:pt x="3748190" y="54129"/>
                  <a:pt x="3746398" y="77016"/>
                  <a:pt x="3746398" y="95668"/>
                </a:cubicBezTo>
                <a:cubicBezTo>
                  <a:pt x="3746805" y="468622"/>
                  <a:pt x="3746724" y="841577"/>
                  <a:pt x="3746643" y="1214532"/>
                </a:cubicBezTo>
                <a:cubicBezTo>
                  <a:pt x="3746643" y="1279039"/>
                  <a:pt x="3726769" y="1310316"/>
                  <a:pt x="3684986" y="1311945"/>
                </a:cubicBezTo>
                <a:cubicBezTo>
                  <a:pt x="3641573" y="1313655"/>
                  <a:pt x="3619012" y="1280505"/>
                  <a:pt x="3619012" y="1214695"/>
                </a:cubicBezTo>
                <a:cubicBezTo>
                  <a:pt x="3619012" y="1028910"/>
                  <a:pt x="3619012" y="843124"/>
                  <a:pt x="3619012" y="657258"/>
                </a:cubicBezTo>
                <a:lnTo>
                  <a:pt x="3618849" y="657421"/>
                </a:lnTo>
                <a:cubicBezTo>
                  <a:pt x="3618849" y="468867"/>
                  <a:pt x="3618605" y="280394"/>
                  <a:pt x="3619175" y="91840"/>
                </a:cubicBezTo>
                <a:cubicBezTo>
                  <a:pt x="3619175" y="73188"/>
                  <a:pt x="3618034" y="49812"/>
                  <a:pt x="3628134" y="37106"/>
                </a:cubicBezTo>
                <a:cubicBezTo>
                  <a:pt x="3641573" y="20246"/>
                  <a:pt x="3665763" y="1920"/>
                  <a:pt x="3684823" y="2409"/>
                </a:cubicBezTo>
                <a:close/>
                <a:moveTo>
                  <a:pt x="67512" y="453"/>
                </a:moveTo>
                <a:cubicBezTo>
                  <a:pt x="97649" y="3630"/>
                  <a:pt x="117278" y="19920"/>
                  <a:pt x="121676" y="50870"/>
                </a:cubicBezTo>
                <a:cubicBezTo>
                  <a:pt x="123712" y="65531"/>
                  <a:pt x="123794" y="80599"/>
                  <a:pt x="123794" y="95504"/>
                </a:cubicBezTo>
                <a:cubicBezTo>
                  <a:pt x="123794" y="468459"/>
                  <a:pt x="123794" y="841414"/>
                  <a:pt x="123794" y="1214368"/>
                </a:cubicBezTo>
                <a:cubicBezTo>
                  <a:pt x="123794" y="1280668"/>
                  <a:pt x="102210" y="1313492"/>
                  <a:pt x="60019" y="1312107"/>
                </a:cubicBezTo>
                <a:cubicBezTo>
                  <a:pt x="18887" y="1310722"/>
                  <a:pt x="154" y="1280342"/>
                  <a:pt x="154" y="1214938"/>
                </a:cubicBezTo>
                <a:cubicBezTo>
                  <a:pt x="154" y="1027769"/>
                  <a:pt x="154" y="840599"/>
                  <a:pt x="154" y="653429"/>
                </a:cubicBezTo>
                <a:lnTo>
                  <a:pt x="73" y="653429"/>
                </a:lnTo>
                <a:cubicBezTo>
                  <a:pt x="73" y="459500"/>
                  <a:pt x="-172" y="265570"/>
                  <a:pt x="236" y="71640"/>
                </a:cubicBezTo>
                <a:cubicBezTo>
                  <a:pt x="317" y="22852"/>
                  <a:pt x="26218" y="-3863"/>
                  <a:pt x="67512" y="453"/>
                </a:cubicBezTo>
                <a:close/>
              </a:path>
            </a:pathLst>
          </a:custGeom>
          <a:solidFill>
            <a:schemeClr val="accent2"/>
          </a:solidFill>
          <a:ln w="0" cap="flat">
            <a:noFill/>
            <a:prstDash val="solid"/>
            <a:miter/>
          </a:ln>
        </p:spPr>
        <p:txBody>
          <a:bodyPr wrap="square">
            <a:noAutofit/>
          </a:bodyPr>
          <a:lstStyle/>
          <a:p>
            <a:endParaRPr lang="zh-CN" altLang="en-US" sz="1800"/>
          </a:p>
        </p:txBody>
      </p:sp>
      <p:grpSp>
        <p:nvGrpSpPr>
          <p:cNvPr id="44" name="组合 43"/>
          <p:cNvGrpSpPr/>
          <p:nvPr/>
        </p:nvGrpSpPr>
        <p:grpSpPr>
          <a:xfrm>
            <a:off x="8492357" y="3322015"/>
            <a:ext cx="402163" cy="200055"/>
            <a:chOff x="5840103" y="1456733"/>
            <a:chExt cx="402163" cy="200055"/>
          </a:xfrm>
        </p:grpSpPr>
        <p:sp>
          <p:nvSpPr>
            <p:cNvPr id="45" name="矩形: 圆角 44"/>
            <p:cNvSpPr/>
            <p:nvPr/>
          </p:nvSpPr>
          <p:spPr>
            <a:xfrm>
              <a:off x="5876545" y="1488690"/>
              <a:ext cx="286512" cy="146303"/>
            </a:xfrm>
            <a:prstGeom prst="roundRect">
              <a:avLst/>
            </a:prstGeom>
            <a:solidFill>
              <a:srgbClr val="EE82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46" name="文本框 45"/>
            <p:cNvSpPr txBox="1"/>
            <p:nvPr/>
          </p:nvSpPr>
          <p:spPr>
            <a:xfrm>
              <a:off x="5840103" y="1456733"/>
              <a:ext cx="402163" cy="200055"/>
            </a:xfrm>
            <a:prstGeom prst="rect">
              <a:avLst/>
            </a:prstGeom>
            <a:noFill/>
          </p:spPr>
          <p:txBody>
            <a:bodyPr wrap="square" rtlCol="0">
              <a:spAutoFit/>
            </a:bodyPr>
            <a:lstStyle/>
            <a:p>
              <a:r>
                <a:rPr lang="en-US" altLang="zh-CN" sz="700" dirty="0">
                  <a:solidFill>
                    <a:schemeClr val="bg1"/>
                  </a:solidFill>
                </a:rPr>
                <a:t>16px</a:t>
              </a:r>
              <a:endParaRPr lang="zh-CN" altLang="en-US" sz="700" dirty="0">
                <a:solidFill>
                  <a:schemeClr val="bg1"/>
                </a:solidFill>
              </a:endParaRPr>
            </a:p>
          </p:txBody>
        </p:sp>
      </p:grpSp>
      <p:cxnSp>
        <p:nvCxnSpPr>
          <p:cNvPr id="14" name="连接符: 曲线 83"/>
          <p:cNvCxnSpPr/>
          <p:nvPr/>
        </p:nvCxnSpPr>
        <p:spPr>
          <a:xfrm flipV="1">
            <a:off x="6774815" y="5602605"/>
            <a:ext cx="1419860" cy="735330"/>
          </a:xfrm>
          <a:prstGeom prst="curvedConnector3">
            <a:avLst>
              <a:gd name="adj1" fmla="val 50045"/>
            </a:avLst>
          </a:prstGeom>
          <a:ln w="19050" cap="flat" cmpd="sng" algn="ctr">
            <a:solidFill>
              <a:schemeClr val="accent2"/>
            </a:solidFill>
            <a:prstDash val="dash"/>
            <a:round/>
            <a:headEnd type="oval" w="lg" len="lg"/>
            <a:tailEnd type="triangle" w="lg" len="lg"/>
          </a:ln>
        </p:spPr>
        <p:style>
          <a:lnRef idx="0">
            <a:scrgbClr r="0" g="0" b="0"/>
          </a:lnRef>
          <a:fillRef idx="0">
            <a:scrgbClr r="0" g="0" b="0"/>
          </a:fillRef>
          <a:effectRef idx="0">
            <a:scrgbClr r="0" g="0" b="0"/>
          </a:effectRef>
          <a:fontRef idx="minor">
            <a:schemeClr val="tx1"/>
          </a:fontRef>
        </p:style>
      </p:cxnSp>
      <p:sp>
        <p:nvSpPr>
          <p:cNvPr id="15" name="文本框 14"/>
          <p:cNvSpPr txBox="1"/>
          <p:nvPr/>
        </p:nvSpPr>
        <p:spPr>
          <a:xfrm>
            <a:off x="8222615" y="5539105"/>
            <a:ext cx="1708785" cy="769441"/>
          </a:xfrm>
          <a:prstGeom prst="rect">
            <a:avLst/>
          </a:prstGeom>
          <a:noFill/>
        </p:spPr>
        <p:txBody>
          <a:bodyPr wrap="square" rtlCol="0">
            <a:spAutoFit/>
          </a:bodyPr>
          <a:lstStyle/>
          <a:p>
            <a:pPr marL="171450" indent="-171450">
              <a:buFont typeface="Arial" panose="020B0604020202020204" pitchFamily="34" charset="0"/>
              <a:buChar char="•"/>
            </a:pPr>
            <a:r>
              <a:rPr lang="zh-CN" sz="1400" b="1" dirty="0">
                <a:solidFill>
                  <a:srgbClr val="EE822F"/>
                </a:solidFill>
                <a:latin typeface="微软雅黑" panose="020B0503020204020204" charset="-122"/>
                <a:ea typeface="微软雅黑" panose="020B0503020204020204" charset="-122"/>
              </a:rPr>
              <a:t>系统基本信息</a:t>
            </a:r>
            <a:endParaRPr lang="zh-CN" sz="1400" b="1" dirty="0">
              <a:solidFill>
                <a:srgbClr val="EE822F"/>
              </a:solidFill>
              <a:latin typeface="微软雅黑" panose="020B0503020204020204" charset="-122"/>
              <a:ea typeface="微软雅黑" panose="020B0503020204020204" charset="-122"/>
            </a:endParaRPr>
          </a:p>
          <a:p>
            <a:pPr marL="171450" indent="-171450">
              <a:buFont typeface="Arial" panose="020B0604020202020204" pitchFamily="34" charset="0"/>
              <a:buChar char="•"/>
            </a:pPr>
            <a:r>
              <a:rPr lang="zh-CN" sz="1000" dirty="0">
                <a:solidFill>
                  <a:schemeClr val="tx1">
                    <a:lumMod val="50000"/>
                    <a:lumOff val="50000"/>
                  </a:schemeClr>
                </a:solidFill>
                <a:latin typeface="微软雅黑" panose="020B0503020204020204" charset="-122"/>
                <a:ea typeface="微软雅黑" panose="020B0503020204020204" charset="-122"/>
              </a:rPr>
              <a:t>系统注册信息</a:t>
            </a:r>
            <a:endParaRPr lang="zh-CN" sz="1000" dirty="0">
              <a:solidFill>
                <a:schemeClr val="tx1">
                  <a:lumMod val="50000"/>
                  <a:lumOff val="50000"/>
                </a:schemeClr>
              </a:solidFill>
              <a:latin typeface="微软雅黑" panose="020B0503020204020204" charset="-122"/>
              <a:ea typeface="微软雅黑" panose="020B0503020204020204" charset="-122"/>
            </a:endParaRPr>
          </a:p>
          <a:p>
            <a:pPr marL="171450" indent="-171450">
              <a:buFont typeface="Arial" panose="020B0604020202020204" pitchFamily="34" charset="0"/>
              <a:buChar char="•"/>
            </a:pPr>
            <a:r>
              <a:rPr lang="zh-CN" altLang="en-US" sz="1000" dirty="0">
                <a:solidFill>
                  <a:schemeClr val="tx1">
                    <a:lumMod val="50000"/>
                    <a:lumOff val="50000"/>
                  </a:schemeClr>
                </a:solidFill>
                <a:latin typeface="微软雅黑" panose="020B0503020204020204" charset="-122"/>
                <a:ea typeface="微软雅黑" panose="020B0503020204020204" charset="-122"/>
              </a:rPr>
              <a:t>系统版本信息</a:t>
            </a:r>
            <a:endParaRPr lang="en-US" altLang="zh-CN" sz="1000" dirty="0">
              <a:solidFill>
                <a:schemeClr val="tx1">
                  <a:lumMod val="50000"/>
                  <a:lumOff val="50000"/>
                </a:schemeClr>
              </a:solidFill>
              <a:latin typeface="微软雅黑" panose="020B0503020204020204" charset="-122"/>
              <a:ea typeface="微软雅黑" panose="020B0503020204020204" charset="-122"/>
            </a:endParaRPr>
          </a:p>
          <a:p>
            <a:pPr marL="171450" indent="-171450">
              <a:buFont typeface="Arial" panose="020B0604020202020204" pitchFamily="34" charset="0"/>
              <a:buChar char="•"/>
            </a:pPr>
            <a:r>
              <a:rPr lang="zh-CN" altLang="en-US" sz="1000" dirty="0">
                <a:solidFill>
                  <a:schemeClr val="tx1">
                    <a:lumMod val="50000"/>
                    <a:lumOff val="50000"/>
                  </a:schemeClr>
                </a:solidFill>
                <a:latin typeface="微软雅黑" panose="020B0503020204020204" charset="-122"/>
                <a:ea typeface="微软雅黑" panose="020B0503020204020204" charset="-122"/>
              </a:rPr>
              <a:t>系统所有者</a:t>
            </a:r>
            <a:endParaRPr lang="zh-CN" altLang="en-US" sz="1000" dirty="0">
              <a:solidFill>
                <a:schemeClr val="tx1">
                  <a:lumMod val="50000"/>
                  <a:lumOff val="50000"/>
                </a:schemeClr>
              </a:solidFill>
              <a:latin typeface="微软雅黑" panose="020B0503020204020204" charset="-122"/>
              <a:ea typeface="微软雅黑" panose="020B050302020402020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7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7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7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7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7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8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8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8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3"/>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44"/>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4"/>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5"/>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12"/>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93"/>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21" grpId="0" animBg="1"/>
      <p:bldP spid="25" grpId="0" animBg="1"/>
      <p:bldP spid="37" grpId="0" animBg="1"/>
      <p:bldP spid="54" grpId="0"/>
      <p:bldP spid="57" grpId="0"/>
      <p:bldP spid="71" grpId="0"/>
      <p:bldP spid="78" grpId="0"/>
      <p:bldP spid="80" grpId="0"/>
      <p:bldP spid="85" grpId="0"/>
      <p:bldP spid="90" grpId="0"/>
      <p:bldP spid="43" grpId="0" animBg="1"/>
      <p:bldP spid="1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1"/>
          <p:cNvGrpSpPr/>
          <p:nvPr/>
        </p:nvGrpSpPr>
        <p:grpSpPr bwMode="auto">
          <a:xfrm>
            <a:off x="10701338" y="0"/>
            <a:ext cx="766762" cy="766763"/>
            <a:chOff x="11522" y="1262"/>
            <a:chExt cx="1864" cy="1864"/>
          </a:xfrm>
        </p:grpSpPr>
        <p:sp>
          <p:nvSpPr>
            <p:cNvPr id="5" name="矩形 4"/>
            <p:cNvSpPr/>
            <p:nvPr userDrawn="1">
              <p:custDataLst>
                <p:tags r:id="rId1"/>
              </p:custDataLst>
            </p:nvPr>
          </p:nvSpPr>
          <p:spPr>
            <a:xfrm>
              <a:off x="11522" y="1262"/>
              <a:ext cx="1864" cy="1864"/>
            </a:xfrm>
            <a:prstGeom prst="rect">
              <a:avLst/>
            </a:prstGeom>
            <a:solidFill>
              <a:srgbClr val="004EA2"/>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anchor="ctr"/>
            <a:lstStyle/>
            <a:p>
              <a:pPr algn="ctr" fontAlgn="auto"/>
              <a:endParaRPr lang="zh-CN" altLang="en-US" noProof="1"/>
            </a:p>
          </p:txBody>
        </p:sp>
        <p:pic>
          <p:nvPicPr>
            <p:cNvPr id="7" name="图片 7"/>
            <p:cNvPicPr>
              <a:picLocks noGrp="1" noChangeAspect="1" noChangeArrowheads="1"/>
            </p:cNvPicPr>
            <p:nvPr>
              <p:custDataLst>
                <p:tags r:id="rId2"/>
              </p:custDataLst>
            </p:nvPr>
          </p:nvPicPr>
          <p:blipFill>
            <a:blip r:embed="rId3">
              <a:extLst>
                <a:ext uri="{28A0092B-C50C-407E-A947-70E740481C1C}">
                  <a14:useLocalDpi xmlns:a14="http://schemas.microsoft.com/office/drawing/2010/main" val="0"/>
                </a:ext>
              </a:extLst>
            </a:blip>
            <a:srcRect/>
            <a:stretch>
              <a:fillRect/>
            </a:stretch>
          </p:blipFill>
          <p:spPr bwMode="auto">
            <a:xfrm>
              <a:off x="11750" y="1490"/>
              <a:ext cx="1408" cy="1408"/>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文本框 1"/>
          <p:cNvSpPr txBox="1"/>
          <p:nvPr/>
        </p:nvSpPr>
        <p:spPr>
          <a:xfrm>
            <a:off x="1222374" y="502085"/>
            <a:ext cx="879891" cy="460375"/>
          </a:xfrm>
          <a:prstGeom prst="rect">
            <a:avLst/>
          </a:prstGeom>
          <a:noFill/>
        </p:spPr>
        <p:txBody>
          <a:bodyPr wrap="square">
            <a:spAutoFit/>
          </a:bodyPr>
          <a:lstStyle>
            <a:defPPr>
              <a:defRPr lang="zh-CN"/>
            </a:defPPr>
            <a:lvl1pPr>
              <a:defRPr sz="15000">
                <a:gradFill flip="none" rotWithShape="1">
                  <a:gsLst>
                    <a:gs pos="23000">
                      <a:srgbClr val="C0DBD2"/>
                    </a:gs>
                    <a:gs pos="86239">
                      <a:srgbClr val="A6CFC9"/>
                    </a:gs>
                    <a:gs pos="47000">
                      <a:srgbClr val="7AA99E"/>
                    </a:gs>
                  </a:gsLst>
                  <a:lin ang="2700000" scaled="1"/>
                  <a:tileRect/>
                </a:gradFill>
                <a:latin typeface="Aa武道家" pitchFamily="18" charset="-122"/>
                <a:ea typeface="Aa武道家" pitchFamily="18" charset="-122"/>
              </a:defRPr>
            </a:lvl1pPr>
          </a:lstStyle>
          <a:p>
            <a:pPr eaLnBrk="1" fontAlgn="auto" hangingPunct="1">
              <a:defRPr/>
            </a:pPr>
            <a:r>
              <a:rPr lang="en-US" altLang="zh-CN" sz="2400" b="1" kern="0" noProof="1">
                <a:solidFill>
                  <a:srgbClr val="004EA2"/>
                </a:solidFill>
                <a:latin typeface="Arial" panose="020B0604020202020204" pitchFamily="34" charset="0"/>
                <a:ea typeface="微软雅黑" panose="020B0503020204020204" charset="-122"/>
                <a:cs typeface="Arial" panose="020B0604020202020204" pitchFamily="34" charset="0"/>
                <a:sym typeface="Arial" panose="020B0604020202020204" pitchFamily="34" charset="0"/>
              </a:rPr>
              <a:t>2.1</a:t>
            </a:r>
            <a:r>
              <a:rPr lang="en-US" altLang="zh-CN" sz="2400" b="1" kern="0" noProof="1">
                <a:solidFill>
                  <a:srgbClr val="004EA2"/>
                </a:solidFill>
                <a:latin typeface="微软雅黑" panose="020B0503020204020204" charset="-122"/>
                <a:ea typeface="微软雅黑" panose="020B0503020204020204" charset="-122"/>
                <a:sym typeface="Arial" panose="020B0604020202020204" pitchFamily="34" charset="0"/>
              </a:rPr>
              <a:t> </a:t>
            </a:r>
            <a:endParaRPr lang="en-US" altLang="zh-CN" sz="2400" b="1" kern="0" noProof="1">
              <a:solidFill>
                <a:srgbClr val="004EA2"/>
              </a:solidFill>
              <a:latin typeface="微软雅黑" panose="020B0503020204020204" charset="-122"/>
              <a:ea typeface="微软雅黑" panose="020B0503020204020204" charset="-122"/>
              <a:sym typeface="Arial" panose="020B0604020202020204" pitchFamily="34" charset="0"/>
            </a:endParaRPr>
          </a:p>
        </p:txBody>
      </p:sp>
      <p:sp>
        <p:nvSpPr>
          <p:cNvPr id="6" name="矩形 8"/>
          <p:cNvSpPr/>
          <p:nvPr/>
        </p:nvSpPr>
        <p:spPr bwMode="auto">
          <a:xfrm>
            <a:off x="2160000" y="470242"/>
            <a:ext cx="5051425" cy="497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20000"/>
              </a:lnSpc>
            </a:pPr>
            <a:r>
              <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rPr>
              <a:t>标题栏使用商飞蓝效果</a:t>
            </a:r>
            <a:endPar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endParaRPr>
          </a:p>
        </p:txBody>
      </p:sp>
      <p:sp>
        <p:nvSpPr>
          <p:cNvPr id="3" name="矩形 11"/>
          <p:cNvSpPr/>
          <p:nvPr/>
        </p:nvSpPr>
        <p:spPr bwMode="auto">
          <a:xfrm>
            <a:off x="2160441" y="99159"/>
            <a:ext cx="2175299" cy="430374"/>
          </a:xfrm>
          <a:prstGeom prst="rect">
            <a:avLst/>
          </a:prstGeom>
          <a:grp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pPr>
            <a:r>
              <a:rPr kumimoji="0" lang="zh-CN" altLang="en-US" sz="2000" b="1" i="0" u="none" strike="noStrike" kern="0" cap="none" spc="0" normalizeH="0" baseline="0" noProof="0" dirty="0">
                <a:ln>
                  <a:noFill/>
                </a:ln>
                <a:solidFill>
                  <a:srgbClr val="FFFFFF">
                    <a:lumMod val="65000"/>
                  </a:srgbClr>
                </a:solidFill>
                <a:effectLst/>
                <a:uLnTx/>
                <a:uFillTx/>
                <a:latin typeface="微软雅黑" panose="020B0503020204020204" charset="-122"/>
                <a:ea typeface="微软雅黑" panose="020B0503020204020204" charset="-122"/>
                <a:cs typeface="微软雅黑" panose="020B0503020204020204" charset="-122"/>
              </a:rPr>
              <a:t>典型界面要求</a:t>
            </a:r>
            <a:endParaRPr kumimoji="0" lang="zh-CN" altLang="en-US" sz="2000" b="1" i="0" u="none" strike="noStrike" kern="0" cap="none" spc="0" normalizeH="0" baseline="0" noProof="0" dirty="0">
              <a:ln>
                <a:noFill/>
              </a:ln>
              <a:solidFill>
                <a:srgbClr val="FFFFFF">
                  <a:lumMod val="65000"/>
                </a:srgbClr>
              </a:solidFill>
              <a:effectLst/>
              <a:uLnTx/>
              <a:uFillTx/>
              <a:latin typeface="微软雅黑" panose="020B0503020204020204" charset="-122"/>
              <a:ea typeface="微软雅黑" panose="020B0503020204020204" charset="-122"/>
              <a:cs typeface="微软雅黑" panose="020B0503020204020204" charset="-122"/>
            </a:endParaRPr>
          </a:p>
        </p:txBody>
      </p:sp>
      <p:sp>
        <p:nvSpPr>
          <p:cNvPr id="78" name="文本框 77"/>
          <p:cNvSpPr txBox="1"/>
          <p:nvPr/>
        </p:nvSpPr>
        <p:spPr>
          <a:xfrm>
            <a:off x="9167640" y="1608082"/>
            <a:ext cx="1884183" cy="306705"/>
          </a:xfrm>
          <a:prstGeom prst="rect">
            <a:avLst/>
          </a:prstGeom>
          <a:noFill/>
        </p:spPr>
        <p:txBody>
          <a:bodyPr wrap="square" rtlCol="0">
            <a:spAutoFit/>
          </a:bodyPr>
          <a:lstStyle/>
          <a:p>
            <a:r>
              <a:rPr lang="zh-CN" altLang="en-US" sz="1400" b="1">
                <a:solidFill>
                  <a:srgbClr val="EE822F"/>
                </a:solidFill>
                <a:latin typeface="微软雅黑" panose="020B0503020204020204" charset="-122"/>
                <a:ea typeface="微软雅黑" panose="020B0503020204020204" charset="-122"/>
              </a:rPr>
              <a:t>标题栏商飞蓝</a:t>
            </a:r>
            <a:endParaRPr lang="zh-CN" altLang="en-US" sz="1000" dirty="0">
              <a:solidFill>
                <a:schemeClr val="tx1">
                  <a:lumMod val="50000"/>
                  <a:lumOff val="50000"/>
                </a:schemeClr>
              </a:solidFill>
              <a:latin typeface="微软雅黑" panose="020B0503020204020204" charset="-122"/>
              <a:ea typeface="微软雅黑" panose="020B0503020204020204" charset="-122"/>
            </a:endParaRPr>
          </a:p>
        </p:txBody>
      </p:sp>
      <p:cxnSp>
        <p:nvCxnSpPr>
          <p:cNvPr id="49" name="连接符: 曲线 48"/>
          <p:cNvCxnSpPr/>
          <p:nvPr/>
        </p:nvCxnSpPr>
        <p:spPr>
          <a:xfrm rot="5400000" flipH="1" flipV="1">
            <a:off x="8733691" y="2106287"/>
            <a:ext cx="743738" cy="670093"/>
          </a:xfrm>
          <a:prstGeom prst="curvedConnector2">
            <a:avLst/>
          </a:prstGeom>
          <a:ln w="19050" cap="flat" cmpd="sng" algn="ctr">
            <a:solidFill>
              <a:schemeClr val="accent2"/>
            </a:solidFill>
            <a:prstDash val="dash"/>
            <a:round/>
            <a:headEnd type="oval" w="lg" len="lg"/>
            <a:tailEnd type="triangle" w="lg" len="lg"/>
          </a:ln>
        </p:spPr>
        <p:style>
          <a:lnRef idx="0">
            <a:scrgbClr r="0" g="0" b="0"/>
          </a:lnRef>
          <a:fillRef idx="0">
            <a:scrgbClr r="0" g="0" b="0"/>
          </a:fillRef>
          <a:effectRef idx="0">
            <a:scrgbClr r="0" g="0" b="0"/>
          </a:effectRef>
          <a:fontRef idx="minor">
            <a:schemeClr val="tx1"/>
          </a:fontRef>
        </p:style>
      </p:cxnSp>
      <p:pic>
        <p:nvPicPr>
          <p:cNvPr id="9" name="图片 8"/>
          <p:cNvPicPr/>
          <p:nvPr/>
        </p:nvPicPr>
        <p:blipFill>
          <a:blip r:embed="rId4"/>
          <a:stretch>
            <a:fillRect/>
          </a:stretch>
        </p:blipFill>
        <p:spPr>
          <a:xfrm>
            <a:off x="687705" y="1078230"/>
            <a:ext cx="9386570" cy="5280025"/>
          </a:xfrm>
          <a:prstGeom prst="rect">
            <a:avLst/>
          </a:prstGeom>
          <a:ln w="0">
            <a:noFill/>
          </a:ln>
          <a:effectLst>
            <a:outerShdw blurRad="50800" dist="38100" dir="2700000" algn="tl" rotWithShape="0">
              <a:prstClr val="black">
                <a:alpha val="10000"/>
              </a:prstClr>
            </a:outerShdw>
          </a:effectLst>
        </p:spPr>
      </p:pic>
      <p:pic>
        <p:nvPicPr>
          <p:cNvPr id="13" name="图片 12"/>
          <p:cNvPicPr/>
          <p:nvPr/>
        </p:nvPicPr>
        <p:blipFill>
          <a:blip r:embed="rId5"/>
          <a:stretch>
            <a:fillRect/>
          </a:stretch>
        </p:blipFill>
        <p:spPr>
          <a:xfrm>
            <a:off x="2064344" y="1511157"/>
            <a:ext cx="8987479" cy="5056243"/>
          </a:xfrm>
          <a:prstGeom prst="rect">
            <a:avLst/>
          </a:prstGeom>
          <a:ln w="0">
            <a:noFill/>
          </a:ln>
          <a:effectLst>
            <a:outerShdw blurRad="50800" dist="38100" dir="2700000" algn="tl" rotWithShape="0">
              <a:prstClr val="black">
                <a:alpha val="10000"/>
              </a:prstClr>
            </a:outerShdw>
          </a:effectLst>
        </p:spPr>
      </p:pic>
      <p:cxnSp>
        <p:nvCxnSpPr>
          <p:cNvPr id="15" name="连接符: 曲线 14"/>
          <p:cNvCxnSpPr/>
          <p:nvPr/>
        </p:nvCxnSpPr>
        <p:spPr>
          <a:xfrm>
            <a:off x="8347364" y="1648182"/>
            <a:ext cx="1780290" cy="686694"/>
          </a:xfrm>
          <a:prstGeom prst="curvedConnector3">
            <a:avLst>
              <a:gd name="adj1" fmla="val 50000"/>
            </a:avLst>
          </a:prstGeom>
          <a:ln w="19050" cap="flat" cmpd="sng" algn="ctr">
            <a:solidFill>
              <a:schemeClr val="accent2"/>
            </a:solidFill>
            <a:prstDash val="dash"/>
            <a:round/>
            <a:headEnd type="oval" w="lg" len="lg"/>
            <a:tailEnd type="triangle" w="lg" len="lg"/>
          </a:ln>
        </p:spPr>
        <p:style>
          <a:lnRef idx="0">
            <a:scrgbClr r="0" g="0" b="0"/>
          </a:lnRef>
          <a:fillRef idx="0">
            <a:scrgbClr r="0" g="0" b="0"/>
          </a:fillRef>
          <a:effectRef idx="0">
            <a:scrgbClr r="0" g="0" b="0"/>
          </a:effectRef>
          <a:fontRef idx="minor">
            <a:schemeClr val="tx1"/>
          </a:fontRef>
        </p:style>
      </p:cxnSp>
      <p:sp>
        <p:nvSpPr>
          <p:cNvPr id="16" name="文本框 15"/>
          <p:cNvSpPr txBox="1"/>
          <p:nvPr/>
        </p:nvSpPr>
        <p:spPr>
          <a:xfrm>
            <a:off x="10127654" y="2343207"/>
            <a:ext cx="1930824" cy="461665"/>
          </a:xfrm>
          <a:prstGeom prst="rect">
            <a:avLst/>
          </a:prstGeom>
          <a:noFill/>
        </p:spPr>
        <p:txBody>
          <a:bodyPr wrap="square" rtlCol="0">
            <a:spAutoFit/>
          </a:bodyPr>
          <a:lstStyle/>
          <a:p>
            <a:r>
              <a:rPr lang="zh-CN" altLang="en-US" sz="1400" b="1" dirty="0">
                <a:solidFill>
                  <a:srgbClr val="EE822F"/>
                </a:solidFill>
                <a:latin typeface="微软雅黑" panose="020B0503020204020204" charset="-122"/>
                <a:ea typeface="微软雅黑" panose="020B0503020204020204" charset="-122"/>
              </a:rPr>
              <a:t>标题栏</a:t>
            </a:r>
            <a:endParaRPr lang="en-US" altLang="zh-CN" sz="1800" b="1" dirty="0">
              <a:solidFill>
                <a:srgbClr val="EE822F"/>
              </a:solidFill>
              <a:latin typeface="微软雅黑" panose="020B0503020204020204" charset="-122"/>
              <a:ea typeface="微软雅黑" panose="020B0503020204020204" charset="-122"/>
            </a:endParaRPr>
          </a:p>
          <a:p>
            <a:pPr marL="171450" indent="-171450">
              <a:buFont typeface="Arial" panose="020B0604020202020204" pitchFamily="34" charset="0"/>
              <a:buChar char="•"/>
            </a:pPr>
            <a:r>
              <a:rPr lang="zh-CN" altLang="en-US" sz="1000" dirty="0">
                <a:solidFill>
                  <a:schemeClr val="tx1">
                    <a:lumMod val="50000"/>
                    <a:lumOff val="50000"/>
                  </a:schemeClr>
                </a:solidFill>
                <a:latin typeface="微软雅黑" panose="020B0503020204020204" charset="-122"/>
                <a:ea typeface="微软雅黑" panose="020B0503020204020204" charset="-122"/>
              </a:rPr>
              <a:t>背景填充色采用商飞蓝</a:t>
            </a:r>
            <a:endParaRPr lang="zh-CN" altLang="en-US" sz="1000" dirty="0">
              <a:solidFill>
                <a:schemeClr val="tx1">
                  <a:lumMod val="50000"/>
                  <a:lumOff val="50000"/>
                </a:schemeClr>
              </a:solidFill>
              <a:latin typeface="微软雅黑" panose="020B0503020204020204" charset="-122"/>
              <a:ea typeface="微软雅黑" panose="020B0503020204020204" charset="-122"/>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p:nvPr/>
        </p:nvPicPr>
        <p:blipFill>
          <a:blip r:embed="rId1"/>
          <a:stretch>
            <a:fillRect/>
          </a:stretch>
        </p:blipFill>
        <p:spPr>
          <a:xfrm>
            <a:off x="383405" y="1095276"/>
            <a:ext cx="9321550" cy="5243372"/>
          </a:xfrm>
          <a:prstGeom prst="rect">
            <a:avLst/>
          </a:prstGeom>
          <a:ln w="0">
            <a:noFill/>
          </a:ln>
          <a:effectLst>
            <a:outerShdw blurRad="50800" dist="38100" dir="2700000" algn="tl" rotWithShape="0">
              <a:prstClr val="black">
                <a:alpha val="10000"/>
              </a:prstClr>
            </a:outerShdw>
          </a:effectLst>
        </p:spPr>
      </p:pic>
      <p:grpSp>
        <p:nvGrpSpPr>
          <p:cNvPr id="4" name="组合 1"/>
          <p:cNvGrpSpPr/>
          <p:nvPr/>
        </p:nvGrpSpPr>
        <p:grpSpPr bwMode="auto">
          <a:xfrm>
            <a:off x="10701338" y="0"/>
            <a:ext cx="766762" cy="766763"/>
            <a:chOff x="11522" y="1262"/>
            <a:chExt cx="1864" cy="1864"/>
          </a:xfrm>
        </p:grpSpPr>
        <p:sp>
          <p:nvSpPr>
            <p:cNvPr id="5" name="矩形 4"/>
            <p:cNvSpPr/>
            <p:nvPr userDrawn="1">
              <p:custDataLst>
                <p:tags r:id="rId2"/>
              </p:custDataLst>
            </p:nvPr>
          </p:nvSpPr>
          <p:spPr>
            <a:xfrm>
              <a:off x="11522" y="1262"/>
              <a:ext cx="1864" cy="1864"/>
            </a:xfrm>
            <a:prstGeom prst="rect">
              <a:avLst/>
            </a:prstGeom>
            <a:solidFill>
              <a:srgbClr val="004EA2"/>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anchor="ctr"/>
            <a:lstStyle/>
            <a:p>
              <a:pPr algn="ctr" fontAlgn="auto"/>
              <a:endParaRPr lang="zh-CN" altLang="en-US" noProof="1"/>
            </a:p>
          </p:txBody>
        </p:sp>
        <p:pic>
          <p:nvPicPr>
            <p:cNvPr id="7" name="图片 7"/>
            <p:cNvPicPr>
              <a:picLocks noGrp="1" noChangeAspect="1" noChangeArrowheads="1"/>
            </p:cNvPicPr>
            <p:nvPr>
              <p:custDataLst>
                <p:tags r:id="rId3"/>
              </p:custDataLst>
            </p:nvPr>
          </p:nvPicPr>
          <p:blipFill>
            <a:blip r:embed="rId4">
              <a:extLst>
                <a:ext uri="{28A0092B-C50C-407E-A947-70E740481C1C}">
                  <a14:useLocalDpi xmlns:a14="http://schemas.microsoft.com/office/drawing/2010/main" val="0"/>
                </a:ext>
              </a:extLst>
            </a:blip>
            <a:srcRect/>
            <a:stretch>
              <a:fillRect/>
            </a:stretch>
          </p:blipFill>
          <p:spPr bwMode="auto">
            <a:xfrm>
              <a:off x="11750" y="1490"/>
              <a:ext cx="1408" cy="1408"/>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文本框 1"/>
          <p:cNvSpPr txBox="1"/>
          <p:nvPr/>
        </p:nvSpPr>
        <p:spPr>
          <a:xfrm>
            <a:off x="1222374" y="502085"/>
            <a:ext cx="879891" cy="460375"/>
          </a:xfrm>
          <a:prstGeom prst="rect">
            <a:avLst/>
          </a:prstGeom>
          <a:noFill/>
        </p:spPr>
        <p:txBody>
          <a:bodyPr wrap="square">
            <a:spAutoFit/>
          </a:bodyPr>
          <a:lstStyle>
            <a:defPPr>
              <a:defRPr lang="zh-CN"/>
            </a:defPPr>
            <a:lvl1pPr>
              <a:defRPr sz="15000">
                <a:gradFill flip="none" rotWithShape="1">
                  <a:gsLst>
                    <a:gs pos="23000">
                      <a:srgbClr val="C0DBD2"/>
                    </a:gs>
                    <a:gs pos="86239">
                      <a:srgbClr val="A6CFC9"/>
                    </a:gs>
                    <a:gs pos="47000">
                      <a:srgbClr val="7AA99E"/>
                    </a:gs>
                  </a:gsLst>
                  <a:lin ang="2700000" scaled="1"/>
                  <a:tileRect/>
                </a:gradFill>
                <a:latin typeface="Aa武道家" pitchFamily="18" charset="-122"/>
                <a:ea typeface="Aa武道家" pitchFamily="18" charset="-122"/>
              </a:defRPr>
            </a:lvl1pPr>
          </a:lstStyle>
          <a:p>
            <a:pPr eaLnBrk="1" fontAlgn="auto" hangingPunct="1">
              <a:defRPr/>
            </a:pPr>
            <a:r>
              <a:rPr lang="en-US" altLang="zh-CN" sz="2400" b="1" kern="0" noProof="1">
                <a:solidFill>
                  <a:srgbClr val="004EA2"/>
                </a:solidFill>
                <a:latin typeface="Arial" panose="020B0604020202020204" pitchFamily="34" charset="0"/>
                <a:ea typeface="微软雅黑" panose="020B0503020204020204" charset="-122"/>
                <a:cs typeface="Arial" panose="020B0604020202020204" pitchFamily="34" charset="0"/>
                <a:sym typeface="Arial" panose="020B0604020202020204" pitchFamily="34" charset="0"/>
              </a:rPr>
              <a:t>2.2</a:t>
            </a:r>
            <a:r>
              <a:rPr lang="en-US" altLang="zh-CN" sz="2400" b="1" kern="0" noProof="1">
                <a:solidFill>
                  <a:srgbClr val="004EA2"/>
                </a:solidFill>
                <a:latin typeface="微软雅黑" panose="020B0503020204020204" charset="-122"/>
                <a:ea typeface="微软雅黑" panose="020B0503020204020204" charset="-122"/>
                <a:sym typeface="Arial" panose="020B0604020202020204" pitchFamily="34" charset="0"/>
              </a:rPr>
              <a:t> </a:t>
            </a:r>
            <a:endParaRPr lang="en-US" altLang="zh-CN" sz="2400" b="1" kern="0" noProof="1">
              <a:solidFill>
                <a:srgbClr val="004EA2"/>
              </a:solidFill>
              <a:latin typeface="微软雅黑" panose="020B0503020204020204" charset="-122"/>
              <a:ea typeface="微软雅黑" panose="020B0503020204020204" charset="-122"/>
              <a:sym typeface="Arial" panose="020B0604020202020204" pitchFamily="34" charset="0"/>
            </a:endParaRPr>
          </a:p>
        </p:txBody>
      </p:sp>
      <p:sp>
        <p:nvSpPr>
          <p:cNvPr id="6" name="矩形 8"/>
          <p:cNvSpPr/>
          <p:nvPr/>
        </p:nvSpPr>
        <p:spPr bwMode="auto">
          <a:xfrm>
            <a:off x="2160000" y="470242"/>
            <a:ext cx="5051425" cy="497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20000"/>
              </a:lnSpc>
            </a:pPr>
            <a:r>
              <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rPr>
              <a:t>列表页布局</a:t>
            </a:r>
            <a:endPar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endParaRPr>
          </a:p>
        </p:txBody>
      </p:sp>
      <p:sp>
        <p:nvSpPr>
          <p:cNvPr id="3" name="矩形 11"/>
          <p:cNvSpPr/>
          <p:nvPr/>
        </p:nvSpPr>
        <p:spPr bwMode="auto">
          <a:xfrm>
            <a:off x="2160441" y="99159"/>
            <a:ext cx="2175299" cy="430374"/>
          </a:xfrm>
          <a:prstGeom prst="rect">
            <a:avLst/>
          </a:prstGeom>
          <a:grp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pPr>
            <a:r>
              <a:rPr kumimoji="0" lang="zh-CN" altLang="en-US" sz="2000" b="1" i="0" u="none" strike="noStrike" kern="0" cap="none" spc="0" normalizeH="0" baseline="0" noProof="0" dirty="0">
                <a:ln>
                  <a:noFill/>
                </a:ln>
                <a:solidFill>
                  <a:srgbClr val="FFFFFF">
                    <a:lumMod val="65000"/>
                  </a:srgbClr>
                </a:solidFill>
                <a:effectLst/>
                <a:uLnTx/>
                <a:uFillTx/>
                <a:latin typeface="微软雅黑" panose="020B0503020204020204" charset="-122"/>
                <a:ea typeface="微软雅黑" panose="020B0503020204020204" charset="-122"/>
                <a:cs typeface="微软雅黑" panose="020B0503020204020204" charset="-122"/>
              </a:rPr>
              <a:t>典型界面要求</a:t>
            </a:r>
            <a:endParaRPr kumimoji="0" lang="zh-CN" altLang="en-US" sz="2000" b="1" i="0" u="none" strike="noStrike" kern="0" cap="none" spc="0" normalizeH="0" baseline="0" noProof="0" dirty="0">
              <a:ln>
                <a:noFill/>
              </a:ln>
              <a:solidFill>
                <a:srgbClr val="FFFFFF">
                  <a:lumMod val="65000"/>
                </a:srgbClr>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2" name="文本框 11"/>
          <p:cNvSpPr txBox="1"/>
          <p:nvPr>
            <p:custDataLst>
              <p:tags r:id="rId5"/>
            </p:custDataLst>
          </p:nvPr>
        </p:nvSpPr>
        <p:spPr>
          <a:xfrm>
            <a:off x="9711893" y="1441170"/>
            <a:ext cx="1659890" cy="268092"/>
          </a:xfrm>
          <a:prstGeom prst="rect">
            <a:avLst/>
          </a:prstGeom>
          <a:noFill/>
        </p:spPr>
        <p:txBody>
          <a:bodyPr wrap="square" rtlCol="0">
            <a:noAutofit/>
          </a:bodyPr>
          <a:lstStyle/>
          <a:p>
            <a:r>
              <a:rPr lang="zh-CN" altLang="en-US" sz="1400" b="1" dirty="0">
                <a:solidFill>
                  <a:srgbClr val="EE822F"/>
                </a:solidFill>
                <a:latin typeface="微软雅黑" panose="020B0503020204020204" charset="-122"/>
                <a:ea typeface="微软雅黑" panose="020B0503020204020204" charset="-122"/>
              </a:rPr>
              <a:t>目录面包屑</a:t>
            </a:r>
            <a:endParaRPr lang="zh-CN" altLang="en-US" sz="1400" b="1" dirty="0">
              <a:solidFill>
                <a:srgbClr val="EE822F"/>
              </a:solidFill>
              <a:latin typeface="微软雅黑" panose="020B0503020204020204" charset="-122"/>
              <a:ea typeface="微软雅黑" panose="020B0503020204020204" charset="-122"/>
            </a:endParaRPr>
          </a:p>
        </p:txBody>
      </p:sp>
      <p:grpSp>
        <p:nvGrpSpPr>
          <p:cNvPr id="50" name="组合 49"/>
          <p:cNvGrpSpPr/>
          <p:nvPr/>
        </p:nvGrpSpPr>
        <p:grpSpPr>
          <a:xfrm>
            <a:off x="9164955" y="1515745"/>
            <a:ext cx="540000" cy="169545"/>
            <a:chOff x="9975975" y="1856105"/>
            <a:chExt cx="540000" cy="373380"/>
          </a:xfrm>
        </p:grpSpPr>
        <p:cxnSp>
          <p:nvCxnSpPr>
            <p:cNvPr id="17" name="直接连接符 16"/>
            <p:cNvCxnSpPr/>
            <p:nvPr/>
          </p:nvCxnSpPr>
          <p:spPr>
            <a:xfrm>
              <a:off x="10514705" y="1856105"/>
              <a:ext cx="1270" cy="373380"/>
            </a:xfrm>
            <a:prstGeom prst="line">
              <a:avLst/>
            </a:prstGeom>
            <a:ln w="28575" cap="rnd" cmpd="sng">
              <a:solidFill>
                <a:srgbClr val="EE822F"/>
              </a:solidFill>
              <a:prstDash val="solid"/>
              <a:round/>
            </a:ln>
          </p:spPr>
          <p:style>
            <a:lnRef idx="0">
              <a:srgbClr val="FFFFFF"/>
            </a:lnRef>
            <a:fillRef idx="0">
              <a:srgbClr val="FFFFFF"/>
            </a:fillRef>
            <a:effectRef idx="0">
              <a:srgbClr val="FFFFFF"/>
            </a:effectRef>
            <a:fontRef idx="minor">
              <a:schemeClr val="tx1"/>
            </a:fontRef>
          </p:style>
        </p:cxnSp>
        <p:cxnSp>
          <p:nvCxnSpPr>
            <p:cNvPr id="18" name="直接连接符 17"/>
            <p:cNvCxnSpPr/>
            <p:nvPr/>
          </p:nvCxnSpPr>
          <p:spPr>
            <a:xfrm>
              <a:off x="9975975" y="2229485"/>
              <a:ext cx="540000" cy="0"/>
            </a:xfrm>
            <a:prstGeom prst="line">
              <a:avLst/>
            </a:prstGeom>
            <a:ln w="28575" cmpd="sng">
              <a:solidFill>
                <a:srgbClr val="EE822F"/>
              </a:solidFill>
              <a:prstDash val="solid"/>
            </a:ln>
          </p:spPr>
          <p:style>
            <a:lnRef idx="2">
              <a:schemeClr val="accent1"/>
            </a:lnRef>
            <a:fillRef idx="0">
              <a:srgbClr val="FFFFFF"/>
            </a:fillRef>
            <a:effectRef idx="0">
              <a:srgbClr val="FFFFFF"/>
            </a:effectRef>
            <a:fontRef idx="minor">
              <a:schemeClr val="tx1"/>
            </a:fontRef>
          </p:style>
        </p:cxnSp>
        <p:cxnSp>
          <p:nvCxnSpPr>
            <p:cNvPr id="19" name="直接连接符 18"/>
            <p:cNvCxnSpPr/>
            <p:nvPr/>
          </p:nvCxnSpPr>
          <p:spPr>
            <a:xfrm>
              <a:off x="9976225" y="1856105"/>
              <a:ext cx="539750" cy="0"/>
            </a:xfrm>
            <a:prstGeom prst="line">
              <a:avLst/>
            </a:prstGeom>
            <a:ln w="28575" cmpd="sng">
              <a:solidFill>
                <a:srgbClr val="EE822F"/>
              </a:solidFill>
              <a:prstDash val="solid"/>
            </a:ln>
          </p:spPr>
          <p:style>
            <a:lnRef idx="2">
              <a:schemeClr val="accent1"/>
            </a:lnRef>
            <a:fillRef idx="0">
              <a:srgbClr val="FFFFFF"/>
            </a:fillRef>
            <a:effectRef idx="0">
              <a:srgbClr val="FFFFFF"/>
            </a:effectRef>
            <a:fontRef idx="minor">
              <a:schemeClr val="tx1"/>
            </a:fontRef>
          </p:style>
        </p:cxnSp>
      </p:grpSp>
      <p:sp>
        <p:nvSpPr>
          <p:cNvPr id="20" name="文本框 19"/>
          <p:cNvSpPr txBox="1"/>
          <p:nvPr>
            <p:custDataLst>
              <p:tags r:id="rId6"/>
            </p:custDataLst>
          </p:nvPr>
        </p:nvSpPr>
        <p:spPr>
          <a:xfrm>
            <a:off x="9703685" y="1741837"/>
            <a:ext cx="1659890" cy="308896"/>
          </a:xfrm>
          <a:prstGeom prst="rect">
            <a:avLst/>
          </a:prstGeom>
          <a:noFill/>
        </p:spPr>
        <p:txBody>
          <a:bodyPr wrap="square" rtlCol="0">
            <a:noAutofit/>
          </a:bodyPr>
          <a:lstStyle/>
          <a:p>
            <a:r>
              <a:rPr lang="zh-CN" altLang="en-US" sz="1400" b="1" dirty="0">
                <a:solidFill>
                  <a:srgbClr val="EE822F"/>
                </a:solidFill>
                <a:latin typeface="微软雅黑" panose="020B0503020204020204" charset="-122"/>
                <a:ea typeface="微软雅黑" panose="020B0503020204020204" charset="-122"/>
              </a:rPr>
              <a:t>功能名称和说明</a:t>
            </a:r>
            <a:endParaRPr lang="zh-CN" altLang="en-US" sz="1400" b="1" dirty="0">
              <a:solidFill>
                <a:srgbClr val="EE822F"/>
              </a:solidFill>
              <a:latin typeface="微软雅黑" panose="020B0503020204020204" charset="-122"/>
              <a:ea typeface="微软雅黑" panose="020B0503020204020204" charset="-122"/>
            </a:endParaRPr>
          </a:p>
        </p:txBody>
      </p:sp>
      <p:grpSp>
        <p:nvGrpSpPr>
          <p:cNvPr id="49" name="组合 48"/>
          <p:cNvGrpSpPr/>
          <p:nvPr/>
        </p:nvGrpSpPr>
        <p:grpSpPr>
          <a:xfrm>
            <a:off x="9175115" y="2288537"/>
            <a:ext cx="540000" cy="205740"/>
            <a:chOff x="9975975" y="2412365"/>
            <a:chExt cx="540000" cy="205740"/>
          </a:xfrm>
        </p:grpSpPr>
        <p:cxnSp>
          <p:nvCxnSpPr>
            <p:cNvPr id="23" name="直接连接符 22"/>
            <p:cNvCxnSpPr/>
            <p:nvPr/>
          </p:nvCxnSpPr>
          <p:spPr>
            <a:xfrm>
              <a:off x="10514705" y="2412365"/>
              <a:ext cx="1270" cy="205740"/>
            </a:xfrm>
            <a:prstGeom prst="line">
              <a:avLst/>
            </a:prstGeom>
            <a:ln w="28575" cap="rnd" cmpd="sng">
              <a:solidFill>
                <a:srgbClr val="EE822F"/>
              </a:solidFill>
              <a:prstDash val="solid"/>
              <a:round/>
            </a:ln>
          </p:spPr>
          <p:style>
            <a:lnRef idx="0">
              <a:srgbClr val="FFFFFF"/>
            </a:lnRef>
            <a:fillRef idx="0">
              <a:srgbClr val="FFFFFF"/>
            </a:fillRef>
            <a:effectRef idx="0">
              <a:srgbClr val="FFFFFF"/>
            </a:effectRef>
            <a:fontRef idx="minor">
              <a:schemeClr val="tx1"/>
            </a:fontRef>
          </p:style>
        </p:cxnSp>
        <p:cxnSp>
          <p:nvCxnSpPr>
            <p:cNvPr id="24" name="直接连接符 23"/>
            <p:cNvCxnSpPr/>
            <p:nvPr/>
          </p:nvCxnSpPr>
          <p:spPr>
            <a:xfrm>
              <a:off x="9975975" y="2618105"/>
              <a:ext cx="540000" cy="0"/>
            </a:xfrm>
            <a:prstGeom prst="line">
              <a:avLst/>
            </a:prstGeom>
            <a:ln w="28575" cmpd="sng">
              <a:solidFill>
                <a:srgbClr val="EE822F"/>
              </a:solidFill>
              <a:prstDash val="solid"/>
            </a:ln>
          </p:spPr>
          <p:style>
            <a:lnRef idx="2">
              <a:schemeClr val="accent1"/>
            </a:lnRef>
            <a:fillRef idx="0">
              <a:srgbClr val="FFFFFF"/>
            </a:fillRef>
            <a:effectRef idx="0">
              <a:srgbClr val="FFFFFF"/>
            </a:effectRef>
            <a:fontRef idx="minor">
              <a:schemeClr val="tx1"/>
            </a:fontRef>
          </p:style>
        </p:cxnSp>
        <p:cxnSp>
          <p:nvCxnSpPr>
            <p:cNvPr id="25" name="直接连接符 24"/>
            <p:cNvCxnSpPr/>
            <p:nvPr/>
          </p:nvCxnSpPr>
          <p:spPr>
            <a:xfrm>
              <a:off x="9976225" y="2412365"/>
              <a:ext cx="539750" cy="0"/>
            </a:xfrm>
            <a:prstGeom prst="line">
              <a:avLst/>
            </a:prstGeom>
            <a:ln w="28575" cmpd="sng">
              <a:solidFill>
                <a:srgbClr val="EE822F"/>
              </a:solidFill>
              <a:prstDash val="solid"/>
            </a:ln>
          </p:spPr>
          <p:style>
            <a:lnRef idx="2">
              <a:schemeClr val="accent1"/>
            </a:lnRef>
            <a:fillRef idx="0">
              <a:srgbClr val="FFFFFF"/>
            </a:fillRef>
            <a:effectRef idx="0">
              <a:srgbClr val="FFFFFF"/>
            </a:effectRef>
            <a:fontRef idx="minor">
              <a:schemeClr val="tx1"/>
            </a:fontRef>
          </p:style>
        </p:cxnSp>
      </p:grpSp>
      <p:sp>
        <p:nvSpPr>
          <p:cNvPr id="26" name="文本框 25"/>
          <p:cNvSpPr txBox="1"/>
          <p:nvPr>
            <p:custDataLst>
              <p:tags r:id="rId7"/>
            </p:custDataLst>
          </p:nvPr>
        </p:nvSpPr>
        <p:spPr>
          <a:xfrm>
            <a:off x="9724005" y="2238057"/>
            <a:ext cx="857425" cy="289799"/>
          </a:xfrm>
          <a:prstGeom prst="rect">
            <a:avLst/>
          </a:prstGeom>
          <a:noFill/>
        </p:spPr>
        <p:txBody>
          <a:bodyPr wrap="square" rtlCol="0">
            <a:noAutofit/>
          </a:bodyPr>
          <a:lstStyle/>
          <a:p>
            <a:r>
              <a:rPr lang="en-US" altLang="zh-CN" sz="1400" b="1" dirty="0">
                <a:solidFill>
                  <a:srgbClr val="EE822F"/>
                </a:solidFill>
                <a:latin typeface="微软雅黑" panose="020B0503020204020204" charset="-122"/>
                <a:ea typeface="微软雅黑" panose="020B0503020204020204" charset="-122"/>
              </a:rPr>
              <a:t>tab</a:t>
            </a:r>
            <a:r>
              <a:rPr lang="zh-CN" altLang="en-US" sz="1400" b="1" dirty="0">
                <a:solidFill>
                  <a:srgbClr val="EE822F"/>
                </a:solidFill>
                <a:latin typeface="微软雅黑" panose="020B0503020204020204" charset="-122"/>
                <a:ea typeface="微软雅黑" panose="020B0503020204020204" charset="-122"/>
              </a:rPr>
              <a:t>页签</a:t>
            </a:r>
            <a:endParaRPr lang="zh-CN" altLang="en-US" sz="1400" b="1" dirty="0">
              <a:solidFill>
                <a:srgbClr val="EE822F"/>
              </a:solidFill>
              <a:latin typeface="微软雅黑" panose="020B0503020204020204" charset="-122"/>
              <a:ea typeface="微软雅黑" panose="020B0503020204020204" charset="-122"/>
            </a:endParaRPr>
          </a:p>
        </p:txBody>
      </p:sp>
      <p:grpSp>
        <p:nvGrpSpPr>
          <p:cNvPr id="48" name="组合 47"/>
          <p:cNvGrpSpPr/>
          <p:nvPr/>
        </p:nvGrpSpPr>
        <p:grpSpPr>
          <a:xfrm>
            <a:off x="9175115" y="2581251"/>
            <a:ext cx="540000" cy="205740"/>
            <a:chOff x="9975975" y="2762885"/>
            <a:chExt cx="540000" cy="205740"/>
          </a:xfrm>
        </p:grpSpPr>
        <p:cxnSp>
          <p:nvCxnSpPr>
            <p:cNvPr id="28" name="直接连接符 27"/>
            <p:cNvCxnSpPr/>
            <p:nvPr/>
          </p:nvCxnSpPr>
          <p:spPr>
            <a:xfrm>
              <a:off x="10514705" y="2762885"/>
              <a:ext cx="1270" cy="205740"/>
            </a:xfrm>
            <a:prstGeom prst="line">
              <a:avLst/>
            </a:prstGeom>
            <a:ln w="28575" cap="rnd" cmpd="sng">
              <a:solidFill>
                <a:srgbClr val="EE822F"/>
              </a:solidFill>
              <a:prstDash val="solid"/>
              <a:round/>
            </a:ln>
          </p:spPr>
          <p:style>
            <a:lnRef idx="0">
              <a:srgbClr val="FFFFFF"/>
            </a:lnRef>
            <a:fillRef idx="0">
              <a:srgbClr val="FFFFFF"/>
            </a:fillRef>
            <a:effectRef idx="0">
              <a:srgbClr val="FFFFFF"/>
            </a:effectRef>
            <a:fontRef idx="minor">
              <a:schemeClr val="tx1"/>
            </a:fontRef>
          </p:style>
        </p:cxnSp>
        <p:cxnSp>
          <p:nvCxnSpPr>
            <p:cNvPr id="29" name="直接连接符 28"/>
            <p:cNvCxnSpPr/>
            <p:nvPr/>
          </p:nvCxnSpPr>
          <p:spPr>
            <a:xfrm>
              <a:off x="9975975" y="2968625"/>
              <a:ext cx="540000" cy="0"/>
            </a:xfrm>
            <a:prstGeom prst="line">
              <a:avLst/>
            </a:prstGeom>
            <a:ln w="28575" cmpd="sng">
              <a:solidFill>
                <a:srgbClr val="EE822F"/>
              </a:solidFill>
              <a:prstDash val="solid"/>
            </a:ln>
          </p:spPr>
          <p:style>
            <a:lnRef idx="2">
              <a:schemeClr val="accent1"/>
            </a:lnRef>
            <a:fillRef idx="0">
              <a:srgbClr val="FFFFFF"/>
            </a:fillRef>
            <a:effectRef idx="0">
              <a:srgbClr val="FFFFFF"/>
            </a:effectRef>
            <a:fontRef idx="minor">
              <a:schemeClr val="tx1"/>
            </a:fontRef>
          </p:style>
        </p:cxnSp>
        <p:cxnSp>
          <p:nvCxnSpPr>
            <p:cNvPr id="30" name="直接连接符 29"/>
            <p:cNvCxnSpPr/>
            <p:nvPr/>
          </p:nvCxnSpPr>
          <p:spPr>
            <a:xfrm>
              <a:off x="9976225" y="2762885"/>
              <a:ext cx="539750" cy="0"/>
            </a:xfrm>
            <a:prstGeom prst="line">
              <a:avLst/>
            </a:prstGeom>
            <a:ln w="28575" cmpd="sng">
              <a:solidFill>
                <a:srgbClr val="EE822F"/>
              </a:solidFill>
              <a:prstDash val="solid"/>
            </a:ln>
          </p:spPr>
          <p:style>
            <a:lnRef idx="2">
              <a:schemeClr val="accent1"/>
            </a:lnRef>
            <a:fillRef idx="0">
              <a:srgbClr val="FFFFFF"/>
            </a:fillRef>
            <a:effectRef idx="0">
              <a:srgbClr val="FFFFFF"/>
            </a:effectRef>
            <a:fontRef idx="minor">
              <a:schemeClr val="tx1"/>
            </a:fontRef>
          </p:style>
        </p:cxnSp>
      </p:grpSp>
      <p:sp>
        <p:nvSpPr>
          <p:cNvPr id="31" name="文本框 30"/>
          <p:cNvSpPr txBox="1"/>
          <p:nvPr>
            <p:custDataLst>
              <p:tags r:id="rId8"/>
            </p:custDataLst>
          </p:nvPr>
        </p:nvSpPr>
        <p:spPr>
          <a:xfrm>
            <a:off x="9724005" y="2543074"/>
            <a:ext cx="802924" cy="289798"/>
          </a:xfrm>
          <a:prstGeom prst="rect">
            <a:avLst/>
          </a:prstGeom>
          <a:noFill/>
        </p:spPr>
        <p:txBody>
          <a:bodyPr wrap="square" rtlCol="0">
            <a:noAutofit/>
          </a:bodyPr>
          <a:lstStyle/>
          <a:p>
            <a:r>
              <a:rPr lang="zh-CN" altLang="en-US" sz="1400" b="1" dirty="0">
                <a:solidFill>
                  <a:srgbClr val="EE822F"/>
                </a:solidFill>
                <a:latin typeface="微软雅黑" panose="020B0503020204020204" charset="-122"/>
                <a:ea typeface="微软雅黑" panose="020B0503020204020204" charset="-122"/>
              </a:rPr>
              <a:t>工具栏，</a:t>
            </a:r>
            <a:endParaRPr lang="zh-CN" altLang="en-US" sz="1400" b="1" dirty="0">
              <a:solidFill>
                <a:srgbClr val="EE822F"/>
              </a:solidFill>
              <a:latin typeface="微软雅黑" panose="020B0503020204020204" charset="-122"/>
              <a:ea typeface="微软雅黑" panose="020B0503020204020204" charset="-122"/>
            </a:endParaRPr>
          </a:p>
        </p:txBody>
      </p:sp>
      <p:grpSp>
        <p:nvGrpSpPr>
          <p:cNvPr id="47" name="组合 46"/>
          <p:cNvGrpSpPr/>
          <p:nvPr/>
        </p:nvGrpSpPr>
        <p:grpSpPr>
          <a:xfrm>
            <a:off x="9175115" y="2871110"/>
            <a:ext cx="540000" cy="205740"/>
            <a:chOff x="9975975" y="3071495"/>
            <a:chExt cx="540000" cy="205740"/>
          </a:xfrm>
        </p:grpSpPr>
        <p:cxnSp>
          <p:nvCxnSpPr>
            <p:cNvPr id="33" name="直接连接符 32"/>
            <p:cNvCxnSpPr/>
            <p:nvPr/>
          </p:nvCxnSpPr>
          <p:spPr>
            <a:xfrm>
              <a:off x="10514705" y="3071495"/>
              <a:ext cx="1270" cy="205740"/>
            </a:xfrm>
            <a:prstGeom prst="line">
              <a:avLst/>
            </a:prstGeom>
            <a:ln w="28575" cap="rnd" cmpd="sng">
              <a:solidFill>
                <a:srgbClr val="EE822F"/>
              </a:solidFill>
              <a:prstDash val="solid"/>
              <a:round/>
            </a:ln>
          </p:spPr>
          <p:style>
            <a:lnRef idx="0">
              <a:srgbClr val="FFFFFF"/>
            </a:lnRef>
            <a:fillRef idx="0">
              <a:srgbClr val="FFFFFF"/>
            </a:fillRef>
            <a:effectRef idx="0">
              <a:srgbClr val="FFFFFF"/>
            </a:effectRef>
            <a:fontRef idx="minor">
              <a:schemeClr val="tx1"/>
            </a:fontRef>
          </p:style>
        </p:cxnSp>
        <p:cxnSp>
          <p:nvCxnSpPr>
            <p:cNvPr id="34" name="直接连接符 33"/>
            <p:cNvCxnSpPr/>
            <p:nvPr/>
          </p:nvCxnSpPr>
          <p:spPr>
            <a:xfrm>
              <a:off x="9975975" y="3277235"/>
              <a:ext cx="540000" cy="0"/>
            </a:xfrm>
            <a:prstGeom prst="line">
              <a:avLst/>
            </a:prstGeom>
            <a:ln w="28575" cmpd="sng">
              <a:solidFill>
                <a:srgbClr val="EE822F"/>
              </a:solidFill>
              <a:prstDash val="solid"/>
            </a:ln>
          </p:spPr>
          <p:style>
            <a:lnRef idx="2">
              <a:schemeClr val="accent1"/>
            </a:lnRef>
            <a:fillRef idx="0">
              <a:srgbClr val="FFFFFF"/>
            </a:fillRef>
            <a:effectRef idx="0">
              <a:srgbClr val="FFFFFF"/>
            </a:effectRef>
            <a:fontRef idx="minor">
              <a:schemeClr val="tx1"/>
            </a:fontRef>
          </p:style>
        </p:cxnSp>
        <p:cxnSp>
          <p:nvCxnSpPr>
            <p:cNvPr id="35" name="直接连接符 34"/>
            <p:cNvCxnSpPr/>
            <p:nvPr/>
          </p:nvCxnSpPr>
          <p:spPr>
            <a:xfrm>
              <a:off x="9976225" y="3071495"/>
              <a:ext cx="539750" cy="0"/>
            </a:xfrm>
            <a:prstGeom prst="line">
              <a:avLst/>
            </a:prstGeom>
            <a:ln w="28575" cmpd="sng">
              <a:solidFill>
                <a:srgbClr val="EE822F"/>
              </a:solidFill>
              <a:prstDash val="solid"/>
            </a:ln>
          </p:spPr>
          <p:style>
            <a:lnRef idx="2">
              <a:schemeClr val="accent1"/>
            </a:lnRef>
            <a:fillRef idx="0">
              <a:srgbClr val="FFFFFF"/>
            </a:fillRef>
            <a:effectRef idx="0">
              <a:srgbClr val="FFFFFF"/>
            </a:effectRef>
            <a:fontRef idx="minor">
              <a:schemeClr val="tx1"/>
            </a:fontRef>
          </p:style>
        </p:cxnSp>
      </p:grpSp>
      <p:sp>
        <p:nvSpPr>
          <p:cNvPr id="36" name="文本框 35"/>
          <p:cNvSpPr txBox="1"/>
          <p:nvPr>
            <p:custDataLst>
              <p:tags r:id="rId9"/>
            </p:custDataLst>
          </p:nvPr>
        </p:nvSpPr>
        <p:spPr>
          <a:xfrm>
            <a:off x="9724005" y="2871110"/>
            <a:ext cx="977333" cy="246754"/>
          </a:xfrm>
          <a:prstGeom prst="rect">
            <a:avLst/>
          </a:prstGeom>
          <a:noFill/>
        </p:spPr>
        <p:txBody>
          <a:bodyPr wrap="square" rtlCol="0">
            <a:noAutofit/>
          </a:bodyPr>
          <a:lstStyle/>
          <a:p>
            <a:r>
              <a:rPr lang="zh-CN" altLang="en-US" sz="1400" b="1" dirty="0">
                <a:solidFill>
                  <a:srgbClr val="EE822F"/>
                </a:solidFill>
                <a:latin typeface="微软雅黑" panose="020B0503020204020204" charset="-122"/>
                <a:ea typeface="微软雅黑" panose="020B0503020204020204" charset="-122"/>
              </a:rPr>
              <a:t>列表标题</a:t>
            </a:r>
            <a:endParaRPr lang="zh-CN" altLang="en-US" sz="1400" b="1" dirty="0">
              <a:solidFill>
                <a:srgbClr val="EE822F"/>
              </a:solidFill>
              <a:latin typeface="微软雅黑" panose="020B0503020204020204" charset="-122"/>
              <a:ea typeface="微软雅黑" panose="020B0503020204020204" charset="-122"/>
            </a:endParaRPr>
          </a:p>
        </p:txBody>
      </p:sp>
      <p:grpSp>
        <p:nvGrpSpPr>
          <p:cNvPr id="21" name="组合 20"/>
          <p:cNvGrpSpPr/>
          <p:nvPr/>
        </p:nvGrpSpPr>
        <p:grpSpPr>
          <a:xfrm>
            <a:off x="9175115" y="3146995"/>
            <a:ext cx="540000" cy="2615728"/>
            <a:chOff x="9975975" y="3357245"/>
            <a:chExt cx="540000" cy="2854325"/>
          </a:xfrm>
        </p:grpSpPr>
        <p:cxnSp>
          <p:nvCxnSpPr>
            <p:cNvPr id="38" name="直接连接符 37"/>
            <p:cNvCxnSpPr/>
            <p:nvPr/>
          </p:nvCxnSpPr>
          <p:spPr>
            <a:xfrm>
              <a:off x="10514705" y="3357245"/>
              <a:ext cx="1270" cy="2854325"/>
            </a:xfrm>
            <a:prstGeom prst="line">
              <a:avLst/>
            </a:prstGeom>
            <a:ln w="28575" cap="rnd" cmpd="sng">
              <a:solidFill>
                <a:srgbClr val="EE822F"/>
              </a:solidFill>
              <a:prstDash val="solid"/>
              <a:round/>
            </a:ln>
          </p:spPr>
          <p:style>
            <a:lnRef idx="0">
              <a:srgbClr val="FFFFFF"/>
            </a:lnRef>
            <a:fillRef idx="0">
              <a:srgbClr val="FFFFFF"/>
            </a:fillRef>
            <a:effectRef idx="0">
              <a:srgbClr val="FFFFFF"/>
            </a:effectRef>
            <a:fontRef idx="minor">
              <a:schemeClr val="tx1"/>
            </a:fontRef>
          </p:style>
        </p:cxnSp>
        <p:cxnSp>
          <p:nvCxnSpPr>
            <p:cNvPr id="39" name="直接连接符 38"/>
            <p:cNvCxnSpPr/>
            <p:nvPr/>
          </p:nvCxnSpPr>
          <p:spPr>
            <a:xfrm>
              <a:off x="9975975" y="6211570"/>
              <a:ext cx="540000" cy="0"/>
            </a:xfrm>
            <a:prstGeom prst="line">
              <a:avLst/>
            </a:prstGeom>
            <a:ln w="28575" cmpd="sng">
              <a:solidFill>
                <a:srgbClr val="EE822F"/>
              </a:solidFill>
              <a:prstDash val="solid"/>
            </a:ln>
          </p:spPr>
          <p:style>
            <a:lnRef idx="2">
              <a:schemeClr val="accent1"/>
            </a:lnRef>
            <a:fillRef idx="0">
              <a:srgbClr val="FFFFFF"/>
            </a:fillRef>
            <a:effectRef idx="0">
              <a:srgbClr val="FFFFFF"/>
            </a:effectRef>
            <a:fontRef idx="minor">
              <a:schemeClr val="tx1"/>
            </a:fontRef>
          </p:style>
        </p:cxnSp>
        <p:cxnSp>
          <p:nvCxnSpPr>
            <p:cNvPr id="40" name="直接连接符 39"/>
            <p:cNvCxnSpPr/>
            <p:nvPr/>
          </p:nvCxnSpPr>
          <p:spPr>
            <a:xfrm>
              <a:off x="9976225" y="3357245"/>
              <a:ext cx="539750" cy="0"/>
            </a:xfrm>
            <a:prstGeom prst="line">
              <a:avLst/>
            </a:prstGeom>
            <a:ln w="28575" cmpd="sng">
              <a:solidFill>
                <a:srgbClr val="EE822F"/>
              </a:solidFill>
              <a:prstDash val="solid"/>
            </a:ln>
          </p:spPr>
          <p:style>
            <a:lnRef idx="2">
              <a:schemeClr val="accent1"/>
            </a:lnRef>
            <a:fillRef idx="0">
              <a:srgbClr val="FFFFFF"/>
            </a:fillRef>
            <a:effectRef idx="0">
              <a:srgbClr val="FFFFFF"/>
            </a:effectRef>
            <a:fontRef idx="minor">
              <a:schemeClr val="tx1"/>
            </a:fontRef>
          </p:style>
        </p:cxnSp>
      </p:grpSp>
      <p:sp>
        <p:nvSpPr>
          <p:cNvPr id="41" name="文本框 40"/>
          <p:cNvSpPr txBox="1"/>
          <p:nvPr>
            <p:custDataLst>
              <p:tags r:id="rId10"/>
            </p:custDataLst>
          </p:nvPr>
        </p:nvSpPr>
        <p:spPr>
          <a:xfrm>
            <a:off x="9724005" y="3557103"/>
            <a:ext cx="976063" cy="246754"/>
          </a:xfrm>
          <a:prstGeom prst="rect">
            <a:avLst/>
          </a:prstGeom>
          <a:noFill/>
        </p:spPr>
        <p:txBody>
          <a:bodyPr wrap="square" rtlCol="0">
            <a:noAutofit/>
          </a:bodyPr>
          <a:lstStyle/>
          <a:p>
            <a:r>
              <a:rPr lang="zh-CN" altLang="en-US" sz="1400" b="1" dirty="0">
                <a:solidFill>
                  <a:srgbClr val="EE822F"/>
                </a:solidFill>
                <a:latin typeface="微软雅黑" panose="020B0503020204020204" charset="-122"/>
                <a:ea typeface="微软雅黑" panose="020B0503020204020204" charset="-122"/>
              </a:rPr>
              <a:t>表格内容</a:t>
            </a:r>
            <a:endParaRPr lang="zh-CN" altLang="en-US" sz="1400" b="1" dirty="0">
              <a:solidFill>
                <a:srgbClr val="EE822F"/>
              </a:solidFill>
              <a:latin typeface="微软雅黑" panose="020B0503020204020204" charset="-122"/>
              <a:ea typeface="微软雅黑" panose="020B0503020204020204" charset="-122"/>
            </a:endParaRPr>
          </a:p>
        </p:txBody>
      </p:sp>
      <p:grpSp>
        <p:nvGrpSpPr>
          <p:cNvPr id="8" name="组合 7"/>
          <p:cNvGrpSpPr/>
          <p:nvPr/>
        </p:nvGrpSpPr>
        <p:grpSpPr>
          <a:xfrm>
            <a:off x="9175115" y="5832867"/>
            <a:ext cx="540000" cy="205740"/>
            <a:chOff x="9975975" y="6371590"/>
            <a:chExt cx="540000" cy="205740"/>
          </a:xfrm>
        </p:grpSpPr>
        <p:cxnSp>
          <p:nvCxnSpPr>
            <p:cNvPr id="43" name="直接连接符 42"/>
            <p:cNvCxnSpPr/>
            <p:nvPr/>
          </p:nvCxnSpPr>
          <p:spPr>
            <a:xfrm>
              <a:off x="10514705" y="6371590"/>
              <a:ext cx="1270" cy="205740"/>
            </a:xfrm>
            <a:prstGeom prst="line">
              <a:avLst/>
            </a:prstGeom>
            <a:ln w="28575" cap="rnd" cmpd="sng">
              <a:solidFill>
                <a:srgbClr val="EE822F"/>
              </a:solidFill>
              <a:prstDash val="solid"/>
              <a:round/>
            </a:ln>
          </p:spPr>
          <p:style>
            <a:lnRef idx="0">
              <a:srgbClr val="FFFFFF"/>
            </a:lnRef>
            <a:fillRef idx="0">
              <a:srgbClr val="FFFFFF"/>
            </a:fillRef>
            <a:effectRef idx="0">
              <a:srgbClr val="FFFFFF"/>
            </a:effectRef>
            <a:fontRef idx="minor">
              <a:schemeClr val="tx1"/>
            </a:fontRef>
          </p:style>
        </p:cxnSp>
        <p:cxnSp>
          <p:nvCxnSpPr>
            <p:cNvPr id="44" name="直接连接符 43"/>
            <p:cNvCxnSpPr/>
            <p:nvPr/>
          </p:nvCxnSpPr>
          <p:spPr>
            <a:xfrm>
              <a:off x="9975975" y="6577330"/>
              <a:ext cx="540000" cy="0"/>
            </a:xfrm>
            <a:prstGeom prst="line">
              <a:avLst/>
            </a:prstGeom>
            <a:ln w="28575" cmpd="sng">
              <a:solidFill>
                <a:srgbClr val="EE822F"/>
              </a:solidFill>
              <a:prstDash val="solid"/>
            </a:ln>
          </p:spPr>
          <p:style>
            <a:lnRef idx="2">
              <a:schemeClr val="accent1"/>
            </a:lnRef>
            <a:fillRef idx="0">
              <a:srgbClr val="FFFFFF"/>
            </a:fillRef>
            <a:effectRef idx="0">
              <a:srgbClr val="FFFFFF"/>
            </a:effectRef>
            <a:fontRef idx="minor">
              <a:schemeClr val="tx1"/>
            </a:fontRef>
          </p:style>
        </p:cxnSp>
        <p:cxnSp>
          <p:nvCxnSpPr>
            <p:cNvPr id="45" name="直接连接符 44"/>
            <p:cNvCxnSpPr/>
            <p:nvPr/>
          </p:nvCxnSpPr>
          <p:spPr>
            <a:xfrm>
              <a:off x="9976225" y="6371590"/>
              <a:ext cx="539750" cy="0"/>
            </a:xfrm>
            <a:prstGeom prst="line">
              <a:avLst/>
            </a:prstGeom>
            <a:ln w="28575" cmpd="sng">
              <a:solidFill>
                <a:srgbClr val="EE822F"/>
              </a:solidFill>
              <a:prstDash val="solid"/>
            </a:ln>
          </p:spPr>
          <p:style>
            <a:lnRef idx="2">
              <a:schemeClr val="accent1"/>
            </a:lnRef>
            <a:fillRef idx="0">
              <a:srgbClr val="FFFFFF"/>
            </a:fillRef>
            <a:effectRef idx="0">
              <a:srgbClr val="FFFFFF"/>
            </a:effectRef>
            <a:fontRef idx="minor">
              <a:schemeClr val="tx1"/>
            </a:fontRef>
          </p:style>
        </p:cxnSp>
      </p:grpSp>
      <p:sp>
        <p:nvSpPr>
          <p:cNvPr id="46" name="文本框 45"/>
          <p:cNvSpPr txBox="1"/>
          <p:nvPr>
            <p:custDataLst>
              <p:tags r:id="rId11"/>
            </p:custDataLst>
          </p:nvPr>
        </p:nvSpPr>
        <p:spPr>
          <a:xfrm>
            <a:off x="9724005" y="5762723"/>
            <a:ext cx="1114301" cy="317129"/>
          </a:xfrm>
          <a:prstGeom prst="rect">
            <a:avLst/>
          </a:prstGeom>
          <a:noFill/>
        </p:spPr>
        <p:txBody>
          <a:bodyPr wrap="square" rtlCol="0">
            <a:noAutofit/>
          </a:bodyPr>
          <a:lstStyle/>
          <a:p>
            <a:r>
              <a:rPr lang="zh-CN" altLang="en-US" sz="1400" b="1" dirty="0">
                <a:solidFill>
                  <a:srgbClr val="EE822F"/>
                </a:solidFill>
                <a:latin typeface="微软雅黑" panose="020B0503020204020204" charset="-122"/>
                <a:ea typeface="微软雅黑" panose="020B0503020204020204" charset="-122"/>
              </a:rPr>
              <a:t>页码，跟随</a:t>
            </a:r>
            <a:endParaRPr lang="zh-CN" altLang="en-US" sz="1400" b="1" dirty="0">
              <a:solidFill>
                <a:srgbClr val="EE822F"/>
              </a:solidFill>
              <a:latin typeface="微软雅黑" panose="020B0503020204020204" charset="-122"/>
              <a:ea typeface="微软雅黑" panose="020B0503020204020204" charset="-122"/>
            </a:endParaRPr>
          </a:p>
        </p:txBody>
      </p:sp>
      <p:grpSp>
        <p:nvGrpSpPr>
          <p:cNvPr id="37" name="组合 36"/>
          <p:cNvGrpSpPr/>
          <p:nvPr/>
        </p:nvGrpSpPr>
        <p:grpSpPr>
          <a:xfrm>
            <a:off x="9164955" y="1759923"/>
            <a:ext cx="540000" cy="278426"/>
            <a:chOff x="9975975" y="1856105"/>
            <a:chExt cx="540000" cy="373380"/>
          </a:xfrm>
        </p:grpSpPr>
        <p:cxnSp>
          <p:nvCxnSpPr>
            <p:cNvPr id="42" name="直接连接符 41"/>
            <p:cNvCxnSpPr/>
            <p:nvPr/>
          </p:nvCxnSpPr>
          <p:spPr>
            <a:xfrm>
              <a:off x="10514705" y="1856105"/>
              <a:ext cx="1270" cy="373380"/>
            </a:xfrm>
            <a:prstGeom prst="line">
              <a:avLst/>
            </a:prstGeom>
            <a:ln w="28575" cap="rnd" cmpd="sng">
              <a:solidFill>
                <a:srgbClr val="EE822F"/>
              </a:solidFill>
              <a:prstDash val="solid"/>
              <a:round/>
            </a:ln>
          </p:spPr>
          <p:style>
            <a:lnRef idx="0">
              <a:srgbClr val="FFFFFF"/>
            </a:lnRef>
            <a:fillRef idx="0">
              <a:srgbClr val="FFFFFF"/>
            </a:fillRef>
            <a:effectRef idx="0">
              <a:srgbClr val="FFFFFF"/>
            </a:effectRef>
            <a:fontRef idx="minor">
              <a:schemeClr val="tx1"/>
            </a:fontRef>
          </p:style>
        </p:cxnSp>
        <p:cxnSp>
          <p:nvCxnSpPr>
            <p:cNvPr id="52" name="直接连接符 51"/>
            <p:cNvCxnSpPr/>
            <p:nvPr/>
          </p:nvCxnSpPr>
          <p:spPr>
            <a:xfrm>
              <a:off x="9975975" y="2229485"/>
              <a:ext cx="540000" cy="0"/>
            </a:xfrm>
            <a:prstGeom prst="line">
              <a:avLst/>
            </a:prstGeom>
            <a:ln w="28575" cmpd="sng">
              <a:solidFill>
                <a:srgbClr val="EE822F"/>
              </a:solidFill>
              <a:prstDash val="solid"/>
            </a:ln>
          </p:spPr>
          <p:style>
            <a:lnRef idx="2">
              <a:schemeClr val="accent1"/>
            </a:lnRef>
            <a:fillRef idx="0">
              <a:srgbClr val="FFFFFF"/>
            </a:fillRef>
            <a:effectRef idx="0">
              <a:srgbClr val="FFFFFF"/>
            </a:effectRef>
            <a:fontRef idx="minor">
              <a:schemeClr val="tx1"/>
            </a:fontRef>
          </p:style>
        </p:cxnSp>
        <p:cxnSp>
          <p:nvCxnSpPr>
            <p:cNvPr id="53" name="直接连接符 52"/>
            <p:cNvCxnSpPr/>
            <p:nvPr/>
          </p:nvCxnSpPr>
          <p:spPr>
            <a:xfrm>
              <a:off x="9976225" y="1856105"/>
              <a:ext cx="539750" cy="0"/>
            </a:xfrm>
            <a:prstGeom prst="line">
              <a:avLst/>
            </a:prstGeom>
            <a:ln w="28575" cmpd="sng">
              <a:solidFill>
                <a:srgbClr val="EE822F"/>
              </a:solidFill>
              <a:prstDash val="solid"/>
            </a:ln>
          </p:spPr>
          <p:style>
            <a:lnRef idx="2">
              <a:schemeClr val="accent1"/>
            </a:lnRef>
            <a:fillRef idx="0">
              <a:srgbClr val="FFFFFF"/>
            </a:fillRef>
            <a:effectRef idx="0">
              <a:srgbClr val="FFFFFF"/>
            </a:effectRef>
            <a:fontRef idx="minor">
              <a:schemeClr val="tx1"/>
            </a:fontRef>
          </p:style>
        </p:cxnSp>
      </p:grpSp>
      <p:sp>
        <p:nvSpPr>
          <p:cNvPr id="54" name="文本框 53"/>
          <p:cNvSpPr txBox="1"/>
          <p:nvPr/>
        </p:nvSpPr>
        <p:spPr>
          <a:xfrm>
            <a:off x="10526929" y="2509685"/>
            <a:ext cx="1281547" cy="400110"/>
          </a:xfrm>
          <a:prstGeom prst="rect">
            <a:avLst/>
          </a:prstGeom>
          <a:noFill/>
        </p:spPr>
        <p:txBody>
          <a:bodyPr wrap="square" rtlCol="0">
            <a:spAutoFit/>
          </a:bodyPr>
          <a:lstStyle/>
          <a:p>
            <a:r>
              <a:rPr lang="zh-CN" altLang="en-US" sz="1000" dirty="0">
                <a:solidFill>
                  <a:schemeClr val="tx1">
                    <a:lumMod val="50000"/>
                    <a:lumOff val="50000"/>
                  </a:schemeClr>
                </a:solidFill>
                <a:latin typeface="微软雅黑" panose="020B0503020204020204" charset="-122"/>
                <a:ea typeface="微软雅黑" panose="020B0503020204020204" charset="-122"/>
              </a:rPr>
              <a:t>按钮高度</a:t>
            </a:r>
            <a:r>
              <a:rPr lang="en-US" altLang="zh-CN" sz="1000" dirty="0">
                <a:solidFill>
                  <a:schemeClr val="tx1">
                    <a:lumMod val="50000"/>
                    <a:lumOff val="50000"/>
                  </a:schemeClr>
                </a:solidFill>
                <a:latin typeface="微软雅黑" panose="020B0503020204020204" charset="-122"/>
                <a:ea typeface="微软雅黑" panose="020B0503020204020204" charset="-122"/>
              </a:rPr>
              <a:t>32px</a:t>
            </a:r>
            <a:r>
              <a:rPr lang="zh-CN" altLang="en-US" sz="1000" dirty="0">
                <a:solidFill>
                  <a:schemeClr val="tx1">
                    <a:lumMod val="50000"/>
                    <a:lumOff val="50000"/>
                  </a:schemeClr>
                </a:solidFill>
                <a:latin typeface="微软雅黑" panose="020B0503020204020204" charset="-122"/>
                <a:ea typeface="微软雅黑" panose="020B0503020204020204" charset="-122"/>
              </a:rPr>
              <a:t>，</a:t>
            </a:r>
            <a:endParaRPr lang="en-US" altLang="zh-CN" sz="1000" dirty="0">
              <a:solidFill>
                <a:schemeClr val="tx1">
                  <a:lumMod val="50000"/>
                  <a:lumOff val="50000"/>
                </a:schemeClr>
              </a:solidFill>
              <a:latin typeface="微软雅黑" panose="020B0503020204020204" charset="-122"/>
              <a:ea typeface="微软雅黑" panose="020B0503020204020204" charset="-122"/>
            </a:endParaRPr>
          </a:p>
          <a:p>
            <a:r>
              <a:rPr lang="zh-CN" altLang="en-US" sz="1000" dirty="0">
                <a:solidFill>
                  <a:schemeClr val="tx1">
                    <a:lumMod val="50000"/>
                    <a:lumOff val="50000"/>
                  </a:schemeClr>
                </a:solidFill>
                <a:latin typeface="微软雅黑" panose="020B0503020204020204" charset="-122"/>
                <a:ea typeface="微软雅黑" panose="020B0503020204020204" charset="-122"/>
              </a:rPr>
              <a:t>宽度文字自适应</a:t>
            </a:r>
            <a:endParaRPr lang="zh-CN" altLang="en-US" sz="1000" dirty="0">
              <a:solidFill>
                <a:schemeClr val="tx1">
                  <a:lumMod val="50000"/>
                  <a:lumOff val="50000"/>
                </a:schemeClr>
              </a:solidFill>
              <a:latin typeface="微软雅黑" panose="020B0503020204020204" charset="-122"/>
              <a:ea typeface="微软雅黑" panose="020B0503020204020204" charset="-122"/>
            </a:endParaRPr>
          </a:p>
        </p:txBody>
      </p:sp>
      <p:sp>
        <p:nvSpPr>
          <p:cNvPr id="63" name="文本框 62"/>
          <p:cNvSpPr txBox="1"/>
          <p:nvPr/>
        </p:nvSpPr>
        <p:spPr>
          <a:xfrm>
            <a:off x="10541838" y="2885423"/>
            <a:ext cx="1554299" cy="400110"/>
          </a:xfrm>
          <a:prstGeom prst="rect">
            <a:avLst/>
          </a:prstGeom>
          <a:noFill/>
        </p:spPr>
        <p:txBody>
          <a:bodyPr wrap="square" rtlCol="0">
            <a:spAutoFit/>
          </a:bodyPr>
          <a:lstStyle/>
          <a:p>
            <a:r>
              <a:rPr lang="zh-CN" altLang="en-US" sz="1000" dirty="0">
                <a:solidFill>
                  <a:schemeClr val="tx1">
                    <a:lumMod val="50000"/>
                    <a:lumOff val="50000"/>
                  </a:schemeClr>
                </a:solidFill>
                <a:latin typeface="微软雅黑" panose="020B0503020204020204" charset="-122"/>
                <a:ea typeface="微软雅黑" panose="020B0503020204020204" charset="-122"/>
              </a:rPr>
              <a:t>列表标题高度</a:t>
            </a:r>
            <a:r>
              <a:rPr lang="en-US" altLang="zh-CN" sz="1000" dirty="0">
                <a:solidFill>
                  <a:schemeClr val="tx1">
                    <a:lumMod val="50000"/>
                    <a:lumOff val="50000"/>
                  </a:schemeClr>
                </a:solidFill>
                <a:latin typeface="微软雅黑" panose="020B0503020204020204" charset="-122"/>
                <a:ea typeface="微软雅黑" panose="020B0503020204020204" charset="-122"/>
              </a:rPr>
              <a:t>55px</a:t>
            </a:r>
            <a:r>
              <a:rPr lang="zh-CN" altLang="en-US" sz="1000" dirty="0">
                <a:solidFill>
                  <a:schemeClr val="tx1">
                    <a:lumMod val="50000"/>
                    <a:lumOff val="50000"/>
                  </a:schemeClr>
                </a:solidFill>
                <a:latin typeface="微软雅黑" panose="020B0503020204020204" charset="-122"/>
                <a:ea typeface="微软雅黑" panose="020B0503020204020204" charset="-122"/>
              </a:rPr>
              <a:t>，</a:t>
            </a:r>
            <a:endParaRPr lang="en-US" altLang="zh-CN" sz="1000" dirty="0">
              <a:solidFill>
                <a:schemeClr val="tx1">
                  <a:lumMod val="50000"/>
                  <a:lumOff val="50000"/>
                </a:schemeClr>
              </a:solidFill>
              <a:latin typeface="微软雅黑" panose="020B0503020204020204" charset="-122"/>
              <a:ea typeface="微软雅黑" panose="020B0503020204020204" charset="-122"/>
            </a:endParaRPr>
          </a:p>
          <a:p>
            <a:r>
              <a:rPr lang="zh-CN" altLang="en-US" sz="1000" dirty="0">
                <a:solidFill>
                  <a:schemeClr val="tx1">
                    <a:lumMod val="50000"/>
                    <a:lumOff val="50000"/>
                  </a:schemeClr>
                </a:solidFill>
                <a:latin typeface="微软雅黑" panose="020B0503020204020204" charset="-122"/>
                <a:ea typeface="微软雅黑" panose="020B0503020204020204" charset="-122"/>
              </a:rPr>
              <a:t>宽度按列预估内容设置</a:t>
            </a:r>
            <a:endParaRPr lang="zh-CN" altLang="en-US" sz="1000" dirty="0">
              <a:solidFill>
                <a:schemeClr val="tx1">
                  <a:lumMod val="50000"/>
                  <a:lumOff val="50000"/>
                </a:schemeClr>
              </a:solidFill>
              <a:latin typeface="微软雅黑" panose="020B0503020204020204" charset="-122"/>
              <a:ea typeface="微软雅黑" panose="020B0503020204020204" charset="-122"/>
            </a:endParaRPr>
          </a:p>
        </p:txBody>
      </p:sp>
      <p:sp>
        <p:nvSpPr>
          <p:cNvPr id="64" name="文本框 63"/>
          <p:cNvSpPr txBox="1"/>
          <p:nvPr/>
        </p:nvSpPr>
        <p:spPr>
          <a:xfrm>
            <a:off x="10541838" y="3580088"/>
            <a:ext cx="1554299" cy="246221"/>
          </a:xfrm>
          <a:prstGeom prst="rect">
            <a:avLst/>
          </a:prstGeom>
          <a:noFill/>
        </p:spPr>
        <p:txBody>
          <a:bodyPr wrap="square" rtlCol="0">
            <a:spAutoFit/>
          </a:bodyPr>
          <a:lstStyle/>
          <a:p>
            <a:r>
              <a:rPr lang="zh-CN" altLang="en-US" sz="1000" dirty="0">
                <a:solidFill>
                  <a:schemeClr val="bg1">
                    <a:lumMod val="65000"/>
                  </a:schemeClr>
                </a:solidFill>
                <a:latin typeface="微软雅黑" panose="020B0503020204020204" charset="-122"/>
                <a:ea typeface="微软雅黑" panose="020B0503020204020204" charset="-122"/>
              </a:rPr>
              <a:t>列表行高</a:t>
            </a:r>
            <a:r>
              <a:rPr lang="en-US" altLang="zh-CN" sz="1000" dirty="0">
                <a:solidFill>
                  <a:schemeClr val="bg1">
                    <a:lumMod val="65000"/>
                  </a:schemeClr>
                </a:solidFill>
                <a:latin typeface="微软雅黑" panose="020B0503020204020204" charset="-122"/>
                <a:ea typeface="微软雅黑" panose="020B0503020204020204" charset="-122"/>
              </a:rPr>
              <a:t>55px</a:t>
            </a:r>
            <a:endParaRPr lang="en-US" altLang="zh-CN" sz="1000" dirty="0">
              <a:solidFill>
                <a:schemeClr val="bg1">
                  <a:lumMod val="65000"/>
                </a:schemeClr>
              </a:solidFill>
              <a:latin typeface="微软雅黑" panose="020B0503020204020204" charset="-122"/>
              <a:ea typeface="微软雅黑" panose="020B0503020204020204" charset="-122"/>
            </a:endParaRPr>
          </a:p>
        </p:txBody>
      </p:sp>
      <p:sp>
        <p:nvSpPr>
          <p:cNvPr id="13" name="矩形 12"/>
          <p:cNvSpPr/>
          <p:nvPr/>
        </p:nvSpPr>
        <p:spPr>
          <a:xfrm>
            <a:off x="1642745" y="1181735"/>
            <a:ext cx="156845" cy="17843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p:nvPr/>
        </p:nvPicPr>
        <p:blipFill>
          <a:blip r:embed="rId1"/>
          <a:stretch>
            <a:fillRect/>
          </a:stretch>
        </p:blipFill>
        <p:spPr>
          <a:xfrm>
            <a:off x="586740" y="962660"/>
            <a:ext cx="10029190" cy="5641340"/>
          </a:xfrm>
          <a:prstGeom prst="rect">
            <a:avLst/>
          </a:prstGeom>
          <a:ln w="0">
            <a:noFill/>
          </a:ln>
          <a:effectLst>
            <a:outerShdw blurRad="50800" dist="38100" dir="2700000" algn="tl" rotWithShape="0">
              <a:prstClr val="black">
                <a:alpha val="10000"/>
              </a:prstClr>
            </a:outerShdw>
          </a:effectLst>
        </p:spPr>
      </p:pic>
      <p:grpSp>
        <p:nvGrpSpPr>
          <p:cNvPr id="4" name="组合 1"/>
          <p:cNvGrpSpPr/>
          <p:nvPr/>
        </p:nvGrpSpPr>
        <p:grpSpPr bwMode="auto">
          <a:xfrm>
            <a:off x="10701338" y="0"/>
            <a:ext cx="766762" cy="766763"/>
            <a:chOff x="11522" y="1262"/>
            <a:chExt cx="1864" cy="1864"/>
          </a:xfrm>
        </p:grpSpPr>
        <p:sp>
          <p:nvSpPr>
            <p:cNvPr id="5" name="矩形 4"/>
            <p:cNvSpPr/>
            <p:nvPr userDrawn="1">
              <p:custDataLst>
                <p:tags r:id="rId2"/>
              </p:custDataLst>
            </p:nvPr>
          </p:nvSpPr>
          <p:spPr>
            <a:xfrm>
              <a:off x="11522" y="1262"/>
              <a:ext cx="1864" cy="1864"/>
            </a:xfrm>
            <a:prstGeom prst="rect">
              <a:avLst/>
            </a:prstGeom>
            <a:solidFill>
              <a:srgbClr val="004EA2"/>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anchor="ctr"/>
            <a:lstStyle/>
            <a:p>
              <a:pPr algn="ctr" fontAlgn="auto"/>
              <a:endParaRPr lang="zh-CN" altLang="en-US" sz="1800" noProof="1"/>
            </a:p>
          </p:txBody>
        </p:sp>
        <p:pic>
          <p:nvPicPr>
            <p:cNvPr id="7" name="图片 7"/>
            <p:cNvPicPr>
              <a:picLocks noGrp="1" noChangeAspect="1" noChangeArrowheads="1"/>
            </p:cNvPicPr>
            <p:nvPr>
              <p:custDataLst>
                <p:tags r:id="rId3"/>
              </p:custDataLst>
            </p:nvPr>
          </p:nvPicPr>
          <p:blipFill>
            <a:blip r:embed="rId4">
              <a:extLst>
                <a:ext uri="{28A0092B-C50C-407E-A947-70E740481C1C}">
                  <a14:useLocalDpi xmlns:a14="http://schemas.microsoft.com/office/drawing/2010/main" val="0"/>
                </a:ext>
              </a:extLst>
            </a:blip>
            <a:srcRect/>
            <a:stretch>
              <a:fillRect/>
            </a:stretch>
          </p:blipFill>
          <p:spPr bwMode="auto">
            <a:xfrm>
              <a:off x="11750" y="1490"/>
              <a:ext cx="1408" cy="1408"/>
            </a:xfrm>
            <a:prstGeom prst="rect">
              <a:avLst/>
            </a:prstGeom>
            <a:noFill/>
            <a:extLst>
              <a:ext uri="{909E8E84-426E-40DD-AFC4-6F175D3DCCD1}">
                <a14:hiddenFill xmlns:a14="http://schemas.microsoft.com/office/drawing/2010/main">
                  <a:solidFill>
                    <a:srgbClr val="FFFFFF"/>
                  </a:solidFill>
                </a14:hiddenFill>
              </a:ext>
            </a:extLst>
          </p:spPr>
        </p:pic>
      </p:grpSp>
      <p:sp>
        <p:nvSpPr>
          <p:cNvPr id="8" name="文本框 7"/>
          <p:cNvSpPr txBox="1"/>
          <p:nvPr/>
        </p:nvSpPr>
        <p:spPr>
          <a:xfrm>
            <a:off x="1222374" y="502085"/>
            <a:ext cx="879891" cy="460375"/>
          </a:xfrm>
          <a:prstGeom prst="rect">
            <a:avLst/>
          </a:prstGeom>
          <a:noFill/>
        </p:spPr>
        <p:txBody>
          <a:bodyPr wrap="square">
            <a:spAutoFit/>
          </a:bodyPr>
          <a:lstStyle>
            <a:defPPr>
              <a:defRPr lang="zh-CN"/>
            </a:defPPr>
            <a:lvl1pPr>
              <a:defRPr sz="15000">
                <a:gradFill flip="none" rotWithShape="1">
                  <a:gsLst>
                    <a:gs pos="23000">
                      <a:srgbClr val="C0DBD2"/>
                    </a:gs>
                    <a:gs pos="86239">
                      <a:srgbClr val="A6CFC9"/>
                    </a:gs>
                    <a:gs pos="47000">
                      <a:srgbClr val="7AA99E"/>
                    </a:gs>
                  </a:gsLst>
                  <a:lin ang="2700000" scaled="1"/>
                  <a:tileRect/>
                </a:gradFill>
                <a:latin typeface="Aa武道家" pitchFamily="18" charset="-122"/>
                <a:ea typeface="Aa武道家" pitchFamily="18" charset="-122"/>
              </a:defRPr>
            </a:lvl1pPr>
          </a:lstStyle>
          <a:p>
            <a:pPr eaLnBrk="1" fontAlgn="auto" hangingPunct="1">
              <a:defRPr/>
            </a:pPr>
            <a:r>
              <a:rPr lang="en-US" altLang="zh-CN" sz="2400" b="1" kern="0" noProof="1">
                <a:solidFill>
                  <a:srgbClr val="004EA2"/>
                </a:solidFill>
                <a:latin typeface="Arial" panose="020B0604020202020204" pitchFamily="34" charset="0"/>
                <a:ea typeface="微软雅黑" panose="020B0503020204020204" charset="-122"/>
                <a:cs typeface="Arial" panose="020B0604020202020204" pitchFamily="34" charset="0"/>
                <a:sym typeface="Arial" panose="020B0604020202020204" pitchFamily="34" charset="0"/>
              </a:rPr>
              <a:t>2.2</a:t>
            </a:r>
            <a:r>
              <a:rPr lang="en-US" altLang="zh-CN" sz="2400" b="1" kern="0" noProof="1">
                <a:solidFill>
                  <a:srgbClr val="004EA2"/>
                </a:solidFill>
                <a:latin typeface="微软雅黑" panose="020B0503020204020204" charset="-122"/>
                <a:ea typeface="微软雅黑" panose="020B0503020204020204" charset="-122"/>
                <a:sym typeface="Arial" panose="020B0604020202020204" pitchFamily="34" charset="0"/>
              </a:rPr>
              <a:t> </a:t>
            </a:r>
            <a:endParaRPr lang="en-US" altLang="zh-CN" sz="2400" b="1" kern="0" noProof="1">
              <a:solidFill>
                <a:srgbClr val="004EA2"/>
              </a:solidFill>
              <a:latin typeface="微软雅黑" panose="020B0503020204020204" charset="-122"/>
              <a:ea typeface="微软雅黑" panose="020B0503020204020204" charset="-122"/>
              <a:sym typeface="Arial" panose="020B0604020202020204" pitchFamily="34" charset="0"/>
            </a:endParaRPr>
          </a:p>
        </p:txBody>
      </p:sp>
      <p:sp>
        <p:nvSpPr>
          <p:cNvPr id="21" name="矩形 8"/>
          <p:cNvSpPr/>
          <p:nvPr/>
        </p:nvSpPr>
        <p:spPr bwMode="auto">
          <a:xfrm>
            <a:off x="2160000" y="470242"/>
            <a:ext cx="5051425" cy="497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20000"/>
              </a:lnSpc>
            </a:pPr>
            <a:r>
              <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rPr>
              <a:t>列表页细节说明</a:t>
            </a:r>
            <a:endPar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endParaRPr>
          </a:p>
        </p:txBody>
      </p:sp>
      <p:sp>
        <p:nvSpPr>
          <p:cNvPr id="47" name="矩形 11"/>
          <p:cNvSpPr/>
          <p:nvPr/>
        </p:nvSpPr>
        <p:spPr bwMode="auto">
          <a:xfrm>
            <a:off x="2160441" y="99159"/>
            <a:ext cx="2175299" cy="430374"/>
          </a:xfrm>
          <a:prstGeom prst="rect">
            <a:avLst/>
          </a:prstGeom>
          <a:grp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pPr>
            <a:r>
              <a:rPr kumimoji="0" lang="zh-CN" altLang="en-US" sz="2000" b="1" i="0" u="none" strike="noStrike" kern="0" cap="none" spc="0" normalizeH="0" baseline="0" noProof="0" dirty="0">
                <a:ln>
                  <a:noFill/>
                </a:ln>
                <a:solidFill>
                  <a:srgbClr val="FFFFFF">
                    <a:lumMod val="65000"/>
                  </a:srgbClr>
                </a:solidFill>
                <a:effectLst/>
                <a:uLnTx/>
                <a:uFillTx/>
                <a:latin typeface="微软雅黑" panose="020B0503020204020204" charset="-122"/>
                <a:ea typeface="微软雅黑" panose="020B0503020204020204" charset="-122"/>
                <a:cs typeface="微软雅黑" panose="020B0503020204020204" charset="-122"/>
              </a:rPr>
              <a:t>典型界面要求</a:t>
            </a:r>
            <a:endParaRPr kumimoji="0" lang="zh-CN" altLang="en-US" sz="2000" b="1" i="0" u="none" strike="noStrike" kern="0" cap="none" spc="0" normalizeH="0" baseline="0" noProof="0" dirty="0">
              <a:ln>
                <a:noFill/>
              </a:ln>
              <a:solidFill>
                <a:srgbClr val="FFFFFF">
                  <a:lumMod val="65000"/>
                </a:srgbClr>
              </a:solidFill>
              <a:effectLst/>
              <a:uLnTx/>
              <a:uFillTx/>
              <a:latin typeface="微软雅黑" panose="020B0503020204020204" charset="-122"/>
              <a:ea typeface="微软雅黑" panose="020B0503020204020204" charset="-122"/>
              <a:cs typeface="微软雅黑" panose="020B0503020204020204" charset="-122"/>
            </a:endParaRPr>
          </a:p>
        </p:txBody>
      </p:sp>
      <p:grpSp>
        <p:nvGrpSpPr>
          <p:cNvPr id="49" name="组合 48"/>
          <p:cNvGrpSpPr/>
          <p:nvPr/>
        </p:nvGrpSpPr>
        <p:grpSpPr>
          <a:xfrm>
            <a:off x="10283190" y="1627505"/>
            <a:ext cx="1870075" cy="1778000"/>
            <a:chOff x="16176" y="3151"/>
            <a:chExt cx="2945" cy="2800"/>
          </a:xfrm>
        </p:grpSpPr>
        <p:sp>
          <p:nvSpPr>
            <p:cNvPr id="50" name="文本框 49"/>
            <p:cNvSpPr txBox="1"/>
            <p:nvPr>
              <p:custDataLst>
                <p:tags r:id="rId5"/>
              </p:custDataLst>
            </p:nvPr>
          </p:nvSpPr>
          <p:spPr>
            <a:xfrm>
              <a:off x="16761" y="3151"/>
              <a:ext cx="2360" cy="1750"/>
            </a:xfrm>
            <a:prstGeom prst="rect">
              <a:avLst/>
            </a:prstGeom>
            <a:noFill/>
          </p:spPr>
          <p:txBody>
            <a:bodyPr wrap="square" rtlCol="0">
              <a:noAutofit/>
            </a:bodyPr>
            <a:lstStyle/>
            <a:p>
              <a:r>
                <a:rPr lang="zh-CN" altLang="en-US" sz="1200" b="1" dirty="0">
                  <a:solidFill>
                    <a:srgbClr val="EE822F"/>
                  </a:solidFill>
                  <a:latin typeface="微软雅黑" panose="020B0503020204020204" charset="-122"/>
                  <a:ea typeface="微软雅黑" panose="020B0503020204020204" charset="-122"/>
                </a:rPr>
                <a:t>操作规则</a:t>
              </a:r>
              <a:endParaRPr lang="zh-CN" altLang="en-US" sz="1200" b="1" dirty="0">
                <a:solidFill>
                  <a:srgbClr val="EE822F"/>
                </a:solidFill>
                <a:latin typeface="微软雅黑" panose="020B0503020204020204" charset="-122"/>
                <a:ea typeface="微软雅黑" panose="020B0503020204020204" charset="-122"/>
              </a:endParaRPr>
            </a:p>
            <a:p>
              <a:endParaRPr lang="zh-CN" altLang="en-US" sz="1200" b="1" dirty="0">
                <a:solidFill>
                  <a:srgbClr val="EE822F"/>
                </a:solidFill>
                <a:latin typeface="微软雅黑" panose="020B0503020204020204" charset="-122"/>
                <a:ea typeface="微软雅黑" panose="020B0503020204020204" charset="-122"/>
              </a:endParaRPr>
            </a:p>
            <a:p>
              <a:pPr marL="171450" indent="-171450">
                <a:buFont typeface="Arial" panose="020B0604020202020204" pitchFamily="34" charset="0"/>
                <a:buChar char="•"/>
              </a:pPr>
              <a:r>
                <a:rPr lang="zh-CN" altLang="en-US" sz="1000" dirty="0">
                  <a:solidFill>
                    <a:schemeClr val="tx1">
                      <a:lumMod val="50000"/>
                      <a:lumOff val="50000"/>
                    </a:schemeClr>
                  </a:solidFill>
                  <a:latin typeface="微软雅黑" panose="020B0503020204020204" charset="-122"/>
                  <a:ea typeface="微软雅黑" panose="020B0503020204020204" charset="-122"/>
                </a:rPr>
                <a:t>同一项目中的操作列命名分为查看、编辑、更多；</a:t>
              </a:r>
              <a:endParaRPr lang="zh-CN" altLang="en-US" sz="1000" dirty="0">
                <a:solidFill>
                  <a:schemeClr val="tx1">
                    <a:lumMod val="50000"/>
                    <a:lumOff val="50000"/>
                  </a:schemeClr>
                </a:solidFill>
                <a:latin typeface="微软雅黑" panose="020B0503020204020204" charset="-122"/>
                <a:ea typeface="微软雅黑" panose="020B0503020204020204" charset="-122"/>
              </a:endParaRPr>
            </a:p>
            <a:p>
              <a:pPr marL="171450" indent="-171450">
                <a:buFont typeface="Arial" panose="020B0604020202020204" pitchFamily="34" charset="0"/>
                <a:buChar char="•"/>
              </a:pPr>
              <a:r>
                <a:rPr lang="zh-CN" altLang="en-US" sz="1000" dirty="0">
                  <a:solidFill>
                    <a:schemeClr val="tx1">
                      <a:lumMod val="50000"/>
                      <a:lumOff val="50000"/>
                    </a:schemeClr>
                  </a:solidFill>
                  <a:latin typeface="微软雅黑" panose="020B0503020204020204" charset="-122"/>
                  <a:ea typeface="微软雅黑" panose="020B0503020204020204" charset="-122"/>
                </a:rPr>
                <a:t>操作项超过</a:t>
              </a:r>
              <a:r>
                <a:rPr lang="en-US" altLang="zh-CN" sz="1000" dirty="0">
                  <a:solidFill>
                    <a:schemeClr val="tx1">
                      <a:lumMod val="50000"/>
                      <a:lumOff val="50000"/>
                    </a:schemeClr>
                  </a:solidFill>
                  <a:latin typeface="微软雅黑" panose="020B0503020204020204" charset="-122"/>
                  <a:ea typeface="微软雅黑" panose="020B0503020204020204" charset="-122"/>
                </a:rPr>
                <a:t>3</a:t>
              </a:r>
              <a:r>
                <a:rPr lang="zh-CN" altLang="en-US" sz="1000" dirty="0">
                  <a:solidFill>
                    <a:schemeClr val="tx1">
                      <a:lumMod val="50000"/>
                      <a:lumOff val="50000"/>
                    </a:schemeClr>
                  </a:solidFill>
                  <a:latin typeface="微软雅黑" panose="020B0503020204020204" charset="-122"/>
                  <a:ea typeface="微软雅黑" panose="020B0503020204020204" charset="-122"/>
                </a:rPr>
                <a:t>个时，将操作低频折叠收起</a:t>
              </a:r>
              <a:endParaRPr lang="zh-CN" altLang="en-US" sz="800" dirty="0">
                <a:solidFill>
                  <a:schemeClr val="tx1">
                    <a:lumMod val="50000"/>
                    <a:lumOff val="50000"/>
                  </a:schemeClr>
                </a:solidFill>
                <a:latin typeface="微软雅黑" panose="020B0503020204020204" charset="-122"/>
                <a:ea typeface="微软雅黑" panose="020B0503020204020204" charset="-122"/>
              </a:endParaRPr>
            </a:p>
            <a:p>
              <a:pPr marL="171450" indent="-171450">
                <a:buFont typeface="Arial" panose="020B0604020202020204" pitchFamily="34" charset="0"/>
                <a:buChar char="•"/>
              </a:pPr>
              <a:endParaRPr lang="zh-CN" altLang="en-US" sz="800" dirty="0">
                <a:solidFill>
                  <a:schemeClr val="tx1">
                    <a:lumMod val="50000"/>
                    <a:lumOff val="50000"/>
                  </a:schemeClr>
                </a:solidFill>
                <a:latin typeface="微软雅黑" panose="020B0503020204020204" charset="-122"/>
                <a:ea typeface="微软雅黑" panose="020B0503020204020204" charset="-122"/>
              </a:endParaRPr>
            </a:p>
            <a:p>
              <a:pPr marL="171450" indent="-171450">
                <a:buFont typeface="Arial" panose="020B0604020202020204" pitchFamily="34" charset="0"/>
                <a:buChar char="•"/>
              </a:pPr>
              <a:endParaRPr lang="zh-CN" altLang="en-US" sz="800" dirty="0">
                <a:solidFill>
                  <a:schemeClr val="tx1">
                    <a:lumMod val="50000"/>
                    <a:lumOff val="50000"/>
                  </a:schemeClr>
                </a:solidFill>
                <a:latin typeface="微软雅黑" panose="020B0503020204020204" charset="-122"/>
                <a:ea typeface="微软雅黑" panose="020B0503020204020204" charset="-122"/>
              </a:endParaRPr>
            </a:p>
          </p:txBody>
        </p:sp>
        <p:cxnSp>
          <p:nvCxnSpPr>
            <p:cNvPr id="51" name="连接符: 曲线 48"/>
            <p:cNvCxnSpPr>
              <a:endCxn id="50" idx="1"/>
            </p:cNvCxnSpPr>
            <p:nvPr>
              <p:custDataLst>
                <p:tags r:id="rId6"/>
              </p:custDataLst>
            </p:nvPr>
          </p:nvCxnSpPr>
          <p:spPr>
            <a:xfrm rot="5400000" flipH="1" flipV="1">
              <a:off x="15506" y="4696"/>
              <a:ext cx="1925" cy="585"/>
            </a:xfrm>
            <a:prstGeom prst="curvedConnector2">
              <a:avLst/>
            </a:prstGeom>
            <a:ln w="19050" cap="flat" cmpd="sng" algn="ctr">
              <a:solidFill>
                <a:schemeClr val="accent2"/>
              </a:solidFill>
              <a:prstDash val="dash"/>
              <a:round/>
              <a:headEnd type="oval" w="lg" len="lg"/>
              <a:tailEnd type="triangle" w="lg" len="lg"/>
            </a:ln>
          </p:spPr>
          <p:style>
            <a:lnRef idx="0">
              <a:scrgbClr r="0" g="0" b="0"/>
            </a:lnRef>
            <a:fillRef idx="0">
              <a:scrgbClr r="0" g="0" b="0"/>
            </a:fillRef>
            <a:effectRef idx="0">
              <a:scrgbClr r="0" g="0" b="0"/>
            </a:effectRef>
            <a:fontRef idx="minor">
              <a:schemeClr val="tx1"/>
            </a:fontRef>
          </p:style>
        </p:cxnSp>
      </p:grpSp>
      <p:grpSp>
        <p:nvGrpSpPr>
          <p:cNvPr id="52" name="组合 51"/>
          <p:cNvGrpSpPr/>
          <p:nvPr/>
        </p:nvGrpSpPr>
        <p:grpSpPr>
          <a:xfrm>
            <a:off x="10134600" y="5640070"/>
            <a:ext cx="1930400" cy="775970"/>
            <a:chOff x="16200" y="8359"/>
            <a:chExt cx="3040" cy="1222"/>
          </a:xfrm>
        </p:grpSpPr>
        <p:sp>
          <p:nvSpPr>
            <p:cNvPr id="53" name="文本框 52"/>
            <p:cNvSpPr txBox="1"/>
            <p:nvPr>
              <p:custDataLst>
                <p:tags r:id="rId7"/>
              </p:custDataLst>
            </p:nvPr>
          </p:nvSpPr>
          <p:spPr>
            <a:xfrm>
              <a:off x="17119" y="8359"/>
              <a:ext cx="2121" cy="1222"/>
            </a:xfrm>
            <a:prstGeom prst="rect">
              <a:avLst/>
            </a:prstGeom>
            <a:noFill/>
          </p:spPr>
          <p:txBody>
            <a:bodyPr wrap="square" rtlCol="0">
              <a:noAutofit/>
            </a:bodyPr>
            <a:lstStyle/>
            <a:p>
              <a:r>
                <a:rPr lang="zh-CN" altLang="en-US" sz="1200" b="1" dirty="0">
                  <a:solidFill>
                    <a:srgbClr val="EE822F"/>
                  </a:solidFill>
                  <a:latin typeface="微软雅黑" panose="020B0503020204020204" charset="-122"/>
                  <a:ea typeface="微软雅黑" panose="020B0503020204020204" charset="-122"/>
                </a:rPr>
                <a:t>页码</a:t>
              </a:r>
              <a:endParaRPr lang="zh-CN" altLang="en-US" sz="1200" b="1" dirty="0">
                <a:solidFill>
                  <a:srgbClr val="EE822F"/>
                </a:solidFill>
                <a:latin typeface="微软雅黑" panose="020B0503020204020204" charset="-122"/>
                <a:ea typeface="微软雅黑" panose="020B0503020204020204" charset="-122"/>
              </a:endParaRPr>
            </a:p>
            <a:p>
              <a:pPr marL="171450" indent="-171450">
                <a:buFont typeface="Arial" panose="020B0604020202020204" pitchFamily="34" charset="0"/>
                <a:buChar char="•"/>
              </a:pPr>
              <a:r>
                <a:rPr lang="zh-CN" altLang="en-US" sz="1000" dirty="0">
                  <a:solidFill>
                    <a:schemeClr val="tx1">
                      <a:lumMod val="50000"/>
                      <a:lumOff val="50000"/>
                    </a:schemeClr>
                  </a:solidFill>
                  <a:latin typeface="微软雅黑" panose="020B0503020204020204" charset="-122"/>
                  <a:ea typeface="微软雅黑" panose="020B0503020204020204" charset="-122"/>
                </a:rPr>
                <a:t>默认每页行数按需定义</a:t>
              </a:r>
              <a:endParaRPr lang="en-US" altLang="zh-CN" sz="1000" dirty="0">
                <a:solidFill>
                  <a:schemeClr val="tx1">
                    <a:lumMod val="50000"/>
                    <a:lumOff val="50000"/>
                  </a:schemeClr>
                </a:solidFill>
                <a:latin typeface="微软雅黑" panose="020B0503020204020204" charset="-122"/>
                <a:ea typeface="微软雅黑" panose="020B0503020204020204" charset="-122"/>
              </a:endParaRPr>
            </a:p>
            <a:p>
              <a:pPr marL="171450" indent="-171450">
                <a:buFont typeface="Arial" panose="020B0604020202020204" pitchFamily="34" charset="0"/>
                <a:buChar char="•"/>
              </a:pPr>
              <a:r>
                <a:rPr lang="zh-CN" altLang="en-US" sz="1000" dirty="0">
                  <a:solidFill>
                    <a:schemeClr val="tx1">
                      <a:lumMod val="50000"/>
                      <a:lumOff val="50000"/>
                    </a:schemeClr>
                  </a:solidFill>
                  <a:latin typeface="微软雅黑" panose="020B0503020204020204" charset="-122"/>
                  <a:ea typeface="微软雅黑" panose="020B0503020204020204" charset="-122"/>
                </a:rPr>
                <a:t>每页行数决定了列表的高度，高度固定，不按实际行数自适应</a:t>
              </a:r>
              <a:endParaRPr lang="zh-CN" altLang="en-US" sz="1000" dirty="0">
                <a:solidFill>
                  <a:schemeClr val="tx1">
                    <a:lumMod val="50000"/>
                    <a:lumOff val="50000"/>
                  </a:schemeClr>
                </a:solidFill>
                <a:latin typeface="微软雅黑" panose="020B0503020204020204" charset="-122"/>
                <a:ea typeface="微软雅黑" panose="020B0503020204020204" charset="-122"/>
              </a:endParaRPr>
            </a:p>
          </p:txBody>
        </p:sp>
        <p:cxnSp>
          <p:nvCxnSpPr>
            <p:cNvPr id="54" name="连接符: 曲线 48"/>
            <p:cNvCxnSpPr>
              <a:endCxn id="53" idx="1"/>
            </p:cNvCxnSpPr>
            <p:nvPr>
              <p:custDataLst>
                <p:tags r:id="rId8"/>
              </p:custDataLst>
            </p:nvPr>
          </p:nvCxnSpPr>
          <p:spPr>
            <a:xfrm flipV="1">
              <a:off x="16200" y="8970"/>
              <a:ext cx="919" cy="346"/>
            </a:xfrm>
            <a:prstGeom prst="curvedConnector3">
              <a:avLst>
                <a:gd name="adj1" fmla="val 50000"/>
              </a:avLst>
            </a:prstGeom>
            <a:ln w="19050" cap="flat" cmpd="sng" algn="ctr">
              <a:solidFill>
                <a:schemeClr val="accent2"/>
              </a:solidFill>
              <a:prstDash val="dash"/>
              <a:round/>
              <a:headEnd type="oval" w="lg" len="lg"/>
              <a:tailEnd type="triangle" w="lg" len="lg"/>
            </a:ln>
          </p:spPr>
          <p:style>
            <a:lnRef idx="0">
              <a:scrgbClr r="0" g="0" b="0"/>
            </a:lnRef>
            <a:fillRef idx="0">
              <a:scrgbClr r="0" g="0" b="0"/>
            </a:fillRef>
            <a:effectRef idx="0">
              <a:scrgbClr r="0" g="0" b="0"/>
            </a:effectRef>
            <a:fontRef idx="minor">
              <a:schemeClr val="tx1"/>
            </a:fontRef>
          </p:style>
        </p:cxnSp>
      </p:grpSp>
      <p:grpSp>
        <p:nvGrpSpPr>
          <p:cNvPr id="55" name="组合 54"/>
          <p:cNvGrpSpPr/>
          <p:nvPr/>
        </p:nvGrpSpPr>
        <p:grpSpPr>
          <a:xfrm>
            <a:off x="5201920" y="5316220"/>
            <a:ext cx="1788160" cy="1541780"/>
            <a:chOff x="8540" y="8372"/>
            <a:chExt cx="2816" cy="2428"/>
          </a:xfrm>
        </p:grpSpPr>
        <p:cxnSp>
          <p:nvCxnSpPr>
            <p:cNvPr id="56" name="连接符: 曲线 48"/>
            <p:cNvCxnSpPr/>
            <p:nvPr>
              <p:custDataLst>
                <p:tags r:id="rId9"/>
              </p:custDataLst>
            </p:nvPr>
          </p:nvCxnSpPr>
          <p:spPr>
            <a:xfrm rot="5400000">
              <a:off x="10245" y="8927"/>
              <a:ext cx="1667" cy="557"/>
            </a:xfrm>
            <a:prstGeom prst="curvedConnector3">
              <a:avLst>
                <a:gd name="adj1" fmla="val 50030"/>
              </a:avLst>
            </a:prstGeom>
            <a:ln w="19050" cap="flat" cmpd="sng" algn="ctr">
              <a:solidFill>
                <a:schemeClr val="accent2"/>
              </a:solidFill>
              <a:prstDash val="dash"/>
              <a:round/>
              <a:headEnd type="oval" w="lg" len="lg"/>
              <a:tailEnd type="triangle" w="lg" len="lg"/>
            </a:ln>
          </p:spPr>
          <p:style>
            <a:lnRef idx="0">
              <a:scrgbClr r="0" g="0" b="0"/>
            </a:lnRef>
            <a:fillRef idx="0">
              <a:scrgbClr r="0" g="0" b="0"/>
            </a:fillRef>
            <a:effectRef idx="0">
              <a:scrgbClr r="0" g="0" b="0"/>
            </a:effectRef>
            <a:fontRef idx="minor">
              <a:schemeClr val="tx1"/>
            </a:fontRef>
          </p:style>
        </p:cxnSp>
        <p:sp>
          <p:nvSpPr>
            <p:cNvPr id="57" name="文本框 56"/>
            <p:cNvSpPr txBox="1"/>
            <p:nvPr>
              <p:custDataLst>
                <p:tags r:id="rId10"/>
              </p:custDataLst>
            </p:nvPr>
          </p:nvSpPr>
          <p:spPr>
            <a:xfrm>
              <a:off x="8540" y="9578"/>
              <a:ext cx="2306" cy="1222"/>
            </a:xfrm>
            <a:prstGeom prst="rect">
              <a:avLst/>
            </a:prstGeom>
            <a:noFill/>
          </p:spPr>
          <p:txBody>
            <a:bodyPr wrap="square" rtlCol="0">
              <a:noAutofit/>
            </a:bodyPr>
            <a:lstStyle/>
            <a:p>
              <a:pPr marL="171450" indent="-171450">
                <a:buFont typeface="Arial" panose="020B0604020202020204" pitchFamily="34" charset="0"/>
                <a:buChar char="•"/>
              </a:pPr>
              <a:r>
                <a:rPr lang="zh-CN" altLang="en-US" sz="1200" b="1" dirty="0">
                  <a:solidFill>
                    <a:srgbClr val="EE822F"/>
                  </a:solidFill>
                  <a:latin typeface="微软雅黑" panose="020B0503020204020204" charset="-122"/>
                  <a:ea typeface="微软雅黑" panose="020B0503020204020204" charset="-122"/>
                </a:rPr>
                <a:t>文本展示规则</a:t>
              </a:r>
              <a:endParaRPr lang="zh-CN" altLang="en-US" sz="1200" b="1" dirty="0">
                <a:solidFill>
                  <a:srgbClr val="EE822F"/>
                </a:solidFill>
                <a:latin typeface="微软雅黑" panose="020B0503020204020204" charset="-122"/>
                <a:ea typeface="微软雅黑" panose="020B0503020204020204" charset="-122"/>
              </a:endParaRPr>
            </a:p>
            <a:p>
              <a:pPr marL="171450" indent="-171450">
                <a:buFont typeface="Arial" panose="020B0604020202020204" pitchFamily="34" charset="0"/>
                <a:buChar char="•"/>
              </a:pPr>
              <a:r>
                <a:rPr lang="zh-CN" altLang="en-US" sz="1000" dirty="0">
                  <a:solidFill>
                    <a:schemeClr val="tx1">
                      <a:lumMod val="50000"/>
                      <a:lumOff val="50000"/>
                    </a:schemeClr>
                  </a:solidFill>
                  <a:latin typeface="微软雅黑" panose="020B0503020204020204" charset="-122"/>
                  <a:ea typeface="微软雅黑" panose="020B0503020204020204" charset="-122"/>
                </a:rPr>
                <a:t>文案最多展示两排，超出</a:t>
              </a:r>
              <a:r>
                <a:rPr lang="en-US" altLang="zh-CN" sz="1000" dirty="0">
                  <a:solidFill>
                    <a:schemeClr val="tx1">
                      <a:lumMod val="50000"/>
                      <a:lumOff val="50000"/>
                    </a:schemeClr>
                  </a:solidFill>
                  <a:latin typeface="微软雅黑" panose="020B0503020204020204" charset="-122"/>
                  <a:ea typeface="微软雅黑" panose="020B0503020204020204" charset="-122"/>
                </a:rPr>
                <a:t>..., hover</a:t>
              </a:r>
              <a:r>
                <a:rPr lang="zh-CN" altLang="en-US" sz="1000" dirty="0">
                  <a:solidFill>
                    <a:schemeClr val="tx1">
                      <a:lumMod val="50000"/>
                      <a:lumOff val="50000"/>
                    </a:schemeClr>
                  </a:solidFill>
                  <a:latin typeface="微软雅黑" panose="020B0503020204020204" charset="-122"/>
                  <a:ea typeface="微软雅黑" panose="020B0503020204020204" charset="-122"/>
                </a:rPr>
                <a:t>展示全部</a:t>
              </a:r>
              <a:endParaRPr lang="zh-CN" altLang="en-US" sz="1000" dirty="0">
                <a:solidFill>
                  <a:schemeClr val="tx1">
                    <a:lumMod val="50000"/>
                    <a:lumOff val="50000"/>
                  </a:schemeClr>
                </a:solidFill>
                <a:latin typeface="微软雅黑" panose="020B0503020204020204" charset="-122"/>
                <a:ea typeface="微软雅黑" panose="020B0503020204020204" charset="-122"/>
              </a:endParaRPr>
            </a:p>
          </p:txBody>
        </p:sp>
      </p:grpSp>
      <p:grpSp>
        <p:nvGrpSpPr>
          <p:cNvPr id="58" name="组合 57"/>
          <p:cNvGrpSpPr/>
          <p:nvPr/>
        </p:nvGrpSpPr>
        <p:grpSpPr>
          <a:xfrm>
            <a:off x="269240" y="5712460"/>
            <a:ext cx="3610610" cy="991870"/>
            <a:chOff x="424" y="8996"/>
            <a:chExt cx="5686" cy="1562"/>
          </a:xfrm>
        </p:grpSpPr>
        <p:cxnSp>
          <p:nvCxnSpPr>
            <p:cNvPr id="59" name="连接符: 曲线 48"/>
            <p:cNvCxnSpPr/>
            <p:nvPr/>
          </p:nvCxnSpPr>
          <p:spPr>
            <a:xfrm rot="10800000" flipV="1">
              <a:off x="2200" y="9695"/>
              <a:ext cx="3911" cy="709"/>
            </a:xfrm>
            <a:prstGeom prst="curvedConnector3">
              <a:avLst>
                <a:gd name="adj1" fmla="val 49987"/>
              </a:avLst>
            </a:prstGeom>
            <a:ln w="19050" cap="flat" cmpd="sng" algn="ctr">
              <a:solidFill>
                <a:schemeClr val="accent2"/>
              </a:solidFill>
              <a:prstDash val="dash"/>
              <a:round/>
              <a:headEnd type="oval" w="lg" len="lg"/>
              <a:tailEnd type="triangle" w="lg" len="lg"/>
            </a:ln>
          </p:spPr>
          <p:style>
            <a:lnRef idx="0">
              <a:scrgbClr r="0" g="0" b="0"/>
            </a:lnRef>
            <a:fillRef idx="0">
              <a:scrgbClr r="0" g="0" b="0"/>
            </a:fillRef>
            <a:effectRef idx="0">
              <a:scrgbClr r="0" g="0" b="0"/>
            </a:effectRef>
            <a:fontRef idx="minor">
              <a:schemeClr val="tx1"/>
            </a:fontRef>
          </p:style>
        </p:cxnSp>
        <p:sp>
          <p:nvSpPr>
            <p:cNvPr id="60" name="文本框 59"/>
            <p:cNvSpPr txBox="1"/>
            <p:nvPr>
              <p:custDataLst>
                <p:tags r:id="rId11"/>
              </p:custDataLst>
            </p:nvPr>
          </p:nvSpPr>
          <p:spPr>
            <a:xfrm>
              <a:off x="424" y="8996"/>
              <a:ext cx="2306" cy="1563"/>
            </a:xfrm>
            <a:prstGeom prst="rect">
              <a:avLst/>
            </a:prstGeom>
            <a:noFill/>
          </p:spPr>
          <p:txBody>
            <a:bodyPr wrap="square" rtlCol="0">
              <a:noAutofit/>
            </a:bodyPr>
            <a:lstStyle/>
            <a:p>
              <a:pPr marL="171450" indent="-171450">
                <a:buFont typeface="Arial" panose="020B0604020202020204" pitchFamily="34" charset="0"/>
                <a:buChar char="•"/>
              </a:pPr>
              <a:r>
                <a:rPr lang="zh-CN" altLang="en-US" sz="1200" b="1" dirty="0">
                  <a:solidFill>
                    <a:srgbClr val="EE822F"/>
                  </a:solidFill>
                  <a:latin typeface="微软雅黑" panose="020B0503020204020204" charset="-122"/>
                  <a:ea typeface="微软雅黑" panose="020B0503020204020204" charset="-122"/>
                </a:rPr>
                <a:t>不同的数据类型展示形式</a:t>
              </a:r>
              <a:endParaRPr lang="zh-CN" altLang="en-US" sz="1200" b="1" dirty="0">
                <a:solidFill>
                  <a:srgbClr val="EE822F"/>
                </a:solidFill>
                <a:latin typeface="微软雅黑" panose="020B0503020204020204" charset="-122"/>
                <a:ea typeface="微软雅黑" panose="020B0503020204020204" charset="-122"/>
              </a:endParaRPr>
            </a:p>
            <a:p>
              <a:pPr marL="171450" indent="-171450">
                <a:buFont typeface="Arial" panose="020B0604020202020204" pitchFamily="34" charset="0"/>
                <a:buChar char="•"/>
              </a:pPr>
              <a:r>
                <a:rPr lang="zh-CN" altLang="en-US" sz="1000" dirty="0">
                  <a:solidFill>
                    <a:schemeClr val="tx1">
                      <a:lumMod val="50000"/>
                      <a:lumOff val="50000"/>
                    </a:schemeClr>
                  </a:solidFill>
                  <a:latin typeface="微软雅黑" panose="020B0503020204020204" charset="-122"/>
                  <a:ea typeface="微软雅黑" panose="020B0503020204020204" charset="-122"/>
                </a:rPr>
                <a:t>例如状态、类型等，可以进行突出设计，</a:t>
              </a:r>
              <a:r>
                <a:rPr lang="en-US" altLang="zh-CN" sz="1000" dirty="0">
                  <a:solidFill>
                    <a:schemeClr val="tx1">
                      <a:lumMod val="50000"/>
                      <a:lumOff val="50000"/>
                    </a:schemeClr>
                  </a:solidFill>
                  <a:latin typeface="微软雅黑" panose="020B0503020204020204" charset="-122"/>
                  <a:ea typeface="微软雅黑" panose="020B0503020204020204" charset="-122"/>
                </a:rPr>
                <a:t> </a:t>
              </a:r>
              <a:r>
                <a:rPr lang="zh-CN" altLang="en-US" sz="1000" dirty="0">
                  <a:solidFill>
                    <a:schemeClr val="tx1">
                      <a:lumMod val="50000"/>
                      <a:lumOff val="50000"/>
                    </a:schemeClr>
                  </a:solidFill>
                  <a:latin typeface="微软雅黑" panose="020B0503020204020204" charset="-122"/>
                  <a:ea typeface="微软雅黑" panose="020B0503020204020204" charset="-122"/>
                </a:rPr>
                <a:t>增加页面信息的层次感</a:t>
              </a:r>
              <a:endParaRPr lang="zh-CN" altLang="en-US" sz="1000" dirty="0">
                <a:solidFill>
                  <a:schemeClr val="tx1">
                    <a:lumMod val="50000"/>
                    <a:lumOff val="50000"/>
                  </a:schemeClr>
                </a:solidFill>
                <a:latin typeface="微软雅黑" panose="020B0503020204020204" charset="-122"/>
                <a:ea typeface="微软雅黑" panose="020B0503020204020204" charset="-122"/>
              </a:endParaRPr>
            </a:p>
          </p:txBody>
        </p:sp>
      </p:grpSp>
      <p:grpSp>
        <p:nvGrpSpPr>
          <p:cNvPr id="61" name="组合 60"/>
          <p:cNvGrpSpPr/>
          <p:nvPr/>
        </p:nvGrpSpPr>
        <p:grpSpPr>
          <a:xfrm>
            <a:off x="2812415" y="875030"/>
            <a:ext cx="3512185" cy="2266315"/>
            <a:chOff x="3424" y="1377"/>
            <a:chExt cx="5531" cy="3569"/>
          </a:xfrm>
        </p:grpSpPr>
        <p:sp>
          <p:nvSpPr>
            <p:cNvPr id="62" name="文本框 61"/>
            <p:cNvSpPr txBox="1"/>
            <p:nvPr/>
          </p:nvSpPr>
          <p:spPr>
            <a:xfrm>
              <a:off x="5619" y="1377"/>
              <a:ext cx="3336" cy="1551"/>
            </a:xfrm>
            <a:prstGeom prst="rect">
              <a:avLst/>
            </a:prstGeom>
            <a:noFill/>
          </p:spPr>
          <p:txBody>
            <a:bodyPr wrap="square" rtlCol="0">
              <a:noAutofit/>
            </a:bodyPr>
            <a:lstStyle/>
            <a:p>
              <a:r>
                <a:rPr lang="zh-CN" altLang="en-US" sz="1400" b="1" dirty="0">
                  <a:solidFill>
                    <a:srgbClr val="EE822F"/>
                  </a:solidFill>
                  <a:latin typeface="微软雅黑" panose="020B0503020204020204" charset="-122"/>
                  <a:ea typeface="微软雅黑" panose="020B0503020204020204" charset="-122"/>
                </a:rPr>
                <a:t>列表对齐方式</a:t>
              </a:r>
              <a:endParaRPr lang="zh-CN" altLang="en-US" sz="1400" b="1" dirty="0">
                <a:solidFill>
                  <a:srgbClr val="EE822F"/>
                </a:solidFill>
                <a:latin typeface="微软雅黑" panose="020B0503020204020204" charset="-122"/>
                <a:ea typeface="微软雅黑" panose="020B0503020204020204" charset="-122"/>
              </a:endParaRPr>
            </a:p>
            <a:p>
              <a:pPr marL="171450" indent="-171450">
                <a:buFont typeface="Arial" panose="020B0604020202020204" pitchFamily="34" charset="0"/>
                <a:buChar char="•"/>
              </a:pPr>
              <a:r>
                <a:rPr lang="zh-CN" altLang="en-US" sz="1000" dirty="0">
                  <a:solidFill>
                    <a:schemeClr val="tx1">
                      <a:lumMod val="50000"/>
                      <a:lumOff val="50000"/>
                    </a:schemeClr>
                  </a:solidFill>
                  <a:latin typeface="微软雅黑" panose="020B0503020204020204" charset="-122"/>
                  <a:ea typeface="微软雅黑" panose="020B0503020204020204" charset="-122"/>
                </a:rPr>
                <a:t>文本类信息左对齐，因为现代人的阅读方式习惯</a:t>
              </a:r>
              <a:endParaRPr lang="en-US" altLang="zh-CN" sz="1000" dirty="0">
                <a:solidFill>
                  <a:schemeClr val="tx1">
                    <a:lumMod val="50000"/>
                    <a:lumOff val="50000"/>
                  </a:schemeClr>
                </a:solidFill>
                <a:latin typeface="微软雅黑" panose="020B0503020204020204" charset="-122"/>
                <a:ea typeface="微软雅黑" panose="020B0503020204020204" charset="-122"/>
              </a:endParaRPr>
            </a:p>
            <a:p>
              <a:pPr marL="171450" indent="-171450">
                <a:buFont typeface="Arial" panose="020B0604020202020204" pitchFamily="34" charset="0"/>
                <a:buChar char="•"/>
              </a:pPr>
              <a:r>
                <a:rPr lang="zh-CN" altLang="en-US" sz="1000" dirty="0">
                  <a:solidFill>
                    <a:schemeClr val="tx1">
                      <a:lumMod val="50000"/>
                      <a:lumOff val="50000"/>
                    </a:schemeClr>
                  </a:solidFill>
                  <a:latin typeface="微软雅黑" panose="020B0503020204020204" charset="-122"/>
                  <a:ea typeface="微软雅黑" panose="020B0503020204020204" charset="-122"/>
                </a:rPr>
                <a:t>数值类信息右对齐</a:t>
              </a:r>
              <a:endParaRPr lang="en-US" altLang="zh-CN" sz="1000" dirty="0">
                <a:solidFill>
                  <a:schemeClr val="tx1">
                    <a:lumMod val="50000"/>
                    <a:lumOff val="50000"/>
                  </a:schemeClr>
                </a:solidFill>
                <a:latin typeface="微软雅黑" panose="020B0503020204020204" charset="-122"/>
                <a:ea typeface="微软雅黑" panose="020B0503020204020204" charset="-122"/>
              </a:endParaRPr>
            </a:p>
          </p:txBody>
        </p:sp>
        <p:cxnSp>
          <p:nvCxnSpPr>
            <p:cNvPr id="63" name="连接符: 曲线 48"/>
            <p:cNvCxnSpPr>
              <a:endCxn id="62" idx="1"/>
            </p:cNvCxnSpPr>
            <p:nvPr/>
          </p:nvCxnSpPr>
          <p:spPr>
            <a:xfrm rot="16200000">
              <a:off x="3124" y="2452"/>
              <a:ext cx="2794" cy="2195"/>
            </a:xfrm>
            <a:prstGeom prst="curvedConnector2">
              <a:avLst/>
            </a:prstGeom>
            <a:ln w="19050" cap="flat" cmpd="sng" algn="ctr">
              <a:solidFill>
                <a:schemeClr val="accent2"/>
              </a:solidFill>
              <a:prstDash val="dash"/>
              <a:round/>
              <a:headEnd type="oval" w="lg" len="lg"/>
              <a:tailEnd type="triangle" w="lg" len="lg"/>
            </a:ln>
          </p:spPr>
          <p:style>
            <a:lnRef idx="0">
              <a:scrgbClr r="0" g="0" b="0"/>
            </a:lnRef>
            <a:fillRef idx="0">
              <a:scrgbClr r="0" g="0" b="0"/>
            </a:fillRef>
            <a:effectRef idx="0">
              <a:scrgbClr r="0" g="0" b="0"/>
            </a:effectRef>
            <a:fontRef idx="minor">
              <a:schemeClr val="tx1"/>
            </a:fontRef>
          </p:style>
        </p:cxnSp>
      </p:grpSp>
      <p:grpSp>
        <p:nvGrpSpPr>
          <p:cNvPr id="64" name="组合 63"/>
          <p:cNvGrpSpPr/>
          <p:nvPr/>
        </p:nvGrpSpPr>
        <p:grpSpPr>
          <a:xfrm>
            <a:off x="4137660" y="2141220"/>
            <a:ext cx="3425825" cy="802640"/>
            <a:chOff x="5201" y="3471"/>
            <a:chExt cx="5395" cy="1264"/>
          </a:xfrm>
        </p:grpSpPr>
        <p:sp>
          <p:nvSpPr>
            <p:cNvPr id="65" name="文本框 64"/>
            <p:cNvSpPr txBox="1"/>
            <p:nvPr/>
          </p:nvSpPr>
          <p:spPr>
            <a:xfrm>
              <a:off x="7260" y="3471"/>
              <a:ext cx="3336" cy="1264"/>
            </a:xfrm>
            <a:prstGeom prst="rect">
              <a:avLst/>
            </a:prstGeom>
            <a:noFill/>
          </p:spPr>
          <p:txBody>
            <a:bodyPr wrap="square" rtlCol="0">
              <a:noAutofit/>
            </a:bodyPr>
            <a:lstStyle/>
            <a:p>
              <a:pPr marL="171450" indent="-171450">
                <a:buFont typeface="Arial" panose="020B0604020202020204" pitchFamily="34" charset="0"/>
                <a:buChar char="•"/>
              </a:pPr>
              <a:r>
                <a:rPr lang="zh-CN" altLang="en-US" sz="1400" b="1" dirty="0">
                  <a:solidFill>
                    <a:srgbClr val="EE822F"/>
                  </a:solidFill>
                  <a:latin typeface="微软雅黑" panose="020B0503020204020204" charset="-122"/>
                  <a:ea typeface="微软雅黑" panose="020B0503020204020204" charset="-122"/>
                </a:rPr>
                <a:t>按钮展示方式</a:t>
              </a:r>
              <a:endParaRPr lang="zh-CN" altLang="en-US" sz="1400" b="1" dirty="0">
                <a:solidFill>
                  <a:srgbClr val="EE822F"/>
                </a:solidFill>
                <a:latin typeface="微软雅黑" panose="020B0503020204020204" charset="-122"/>
                <a:ea typeface="微软雅黑" panose="020B0503020204020204" charset="-122"/>
              </a:endParaRPr>
            </a:p>
            <a:p>
              <a:pPr marL="171450" indent="-171450">
                <a:buFont typeface="Arial" panose="020B0604020202020204" pitchFamily="34" charset="0"/>
                <a:buChar char="•"/>
              </a:pPr>
              <a:r>
                <a:rPr lang="zh-CN" altLang="en-US" sz="1000" dirty="0">
                  <a:solidFill>
                    <a:schemeClr val="tx1">
                      <a:lumMod val="50000"/>
                      <a:lumOff val="50000"/>
                    </a:schemeClr>
                  </a:solidFill>
                  <a:latin typeface="微软雅黑" panose="020B0503020204020204" charset="-122"/>
                  <a:ea typeface="微软雅黑" panose="020B0503020204020204" charset="-122"/>
                </a:rPr>
                <a:t>按钮超过三个的，多出的显示为溢出操作，下拉显示其他按钮</a:t>
              </a:r>
              <a:endParaRPr lang="zh-CN" altLang="en-US" sz="1000" dirty="0">
                <a:solidFill>
                  <a:schemeClr val="tx1">
                    <a:lumMod val="50000"/>
                    <a:lumOff val="50000"/>
                  </a:schemeClr>
                </a:solidFill>
                <a:latin typeface="微软雅黑" panose="020B0503020204020204" charset="-122"/>
                <a:ea typeface="微软雅黑" panose="020B0503020204020204" charset="-122"/>
              </a:endParaRPr>
            </a:p>
          </p:txBody>
        </p:sp>
        <p:cxnSp>
          <p:nvCxnSpPr>
            <p:cNvPr id="66" name="连接符: 曲线 48"/>
            <p:cNvCxnSpPr/>
            <p:nvPr/>
          </p:nvCxnSpPr>
          <p:spPr>
            <a:xfrm flipV="1">
              <a:off x="5201" y="3901"/>
              <a:ext cx="2052" cy="372"/>
            </a:xfrm>
            <a:prstGeom prst="curvedConnector3">
              <a:avLst>
                <a:gd name="adj1" fmla="val 50049"/>
              </a:avLst>
            </a:prstGeom>
            <a:ln w="19050" cap="flat" cmpd="sng" algn="ctr">
              <a:solidFill>
                <a:schemeClr val="accent2"/>
              </a:solidFill>
              <a:prstDash val="dash"/>
              <a:round/>
              <a:headEnd type="oval" w="lg" len="lg"/>
              <a:tailEnd type="triangle" w="lg" len="lg"/>
            </a:ln>
          </p:spPr>
          <p:style>
            <a:lnRef idx="0">
              <a:scrgbClr r="0" g="0" b="0"/>
            </a:lnRef>
            <a:fillRef idx="0">
              <a:scrgbClr r="0" g="0" b="0"/>
            </a:fillRef>
            <a:effectRef idx="0">
              <a:scrgbClr r="0" g="0" b="0"/>
            </a:effectRef>
            <a:fontRef idx="minor">
              <a:schemeClr val="tx1"/>
            </a:fontRef>
          </p:style>
        </p:cxnSp>
      </p:grpSp>
      <p:pic>
        <p:nvPicPr>
          <p:cNvPr id="68" name="图片 67" descr="下拉"/>
          <p:cNvPicPr>
            <a:picLocks noChangeAspect="1"/>
          </p:cNvPicPr>
          <p:nvPr/>
        </p:nvPicPr>
        <p:blipFill>
          <a:blip r:embed="rId12"/>
          <a:stretch>
            <a:fillRect/>
          </a:stretch>
        </p:blipFill>
        <p:spPr>
          <a:xfrm>
            <a:off x="3248025" y="2821940"/>
            <a:ext cx="856615" cy="756285"/>
          </a:xfrm>
          <a:prstGeom prst="rect">
            <a:avLst/>
          </a:prstGeom>
        </p:spPr>
      </p:pic>
      <p:pic>
        <p:nvPicPr>
          <p:cNvPr id="69" name="图片 68" descr="下拉 (1)"/>
          <p:cNvPicPr>
            <a:picLocks noChangeAspect="1"/>
          </p:cNvPicPr>
          <p:nvPr/>
        </p:nvPicPr>
        <p:blipFill>
          <a:blip r:embed="rId13"/>
          <a:stretch>
            <a:fillRect/>
          </a:stretch>
        </p:blipFill>
        <p:spPr>
          <a:xfrm>
            <a:off x="9509760" y="4215130"/>
            <a:ext cx="773430" cy="683260"/>
          </a:xfrm>
          <a:prstGeom prst="rect">
            <a:avLst/>
          </a:prstGeom>
        </p:spPr>
      </p:pic>
      <p:grpSp>
        <p:nvGrpSpPr>
          <p:cNvPr id="2" name="组合 1"/>
          <p:cNvGrpSpPr/>
          <p:nvPr/>
        </p:nvGrpSpPr>
        <p:grpSpPr>
          <a:xfrm>
            <a:off x="10053758" y="3395345"/>
            <a:ext cx="2085975" cy="775970"/>
            <a:chOff x="16046" y="8473"/>
            <a:chExt cx="3285" cy="1222"/>
          </a:xfrm>
        </p:grpSpPr>
        <p:sp>
          <p:nvSpPr>
            <p:cNvPr id="6" name="文本框 5"/>
            <p:cNvSpPr txBox="1"/>
            <p:nvPr>
              <p:custDataLst>
                <p:tags r:id="rId14"/>
              </p:custDataLst>
            </p:nvPr>
          </p:nvSpPr>
          <p:spPr>
            <a:xfrm>
              <a:off x="17092" y="8473"/>
              <a:ext cx="2239" cy="1222"/>
            </a:xfrm>
            <a:prstGeom prst="rect">
              <a:avLst/>
            </a:prstGeom>
            <a:noFill/>
          </p:spPr>
          <p:txBody>
            <a:bodyPr wrap="square" rtlCol="0">
              <a:noAutofit/>
            </a:bodyPr>
            <a:lstStyle/>
            <a:p>
              <a:r>
                <a:rPr lang="zh-CN" altLang="en-US" sz="1200" b="1" dirty="0">
                  <a:solidFill>
                    <a:srgbClr val="EE822F"/>
                  </a:solidFill>
                  <a:latin typeface="微软雅黑" panose="020B0503020204020204" charset="-122"/>
                  <a:ea typeface="微软雅黑" panose="020B0503020204020204" charset="-122"/>
                </a:rPr>
                <a:t>表格固定列</a:t>
              </a:r>
              <a:endParaRPr lang="zh-CN" altLang="en-US" sz="1200" b="1" dirty="0">
                <a:solidFill>
                  <a:srgbClr val="EE822F"/>
                </a:solidFill>
                <a:latin typeface="微软雅黑" panose="020B0503020204020204" charset="-122"/>
                <a:ea typeface="微软雅黑" panose="020B0503020204020204" charset="-122"/>
              </a:endParaRPr>
            </a:p>
            <a:p>
              <a:pPr marL="171450" indent="-171450">
                <a:buFont typeface="Arial" panose="020B0604020202020204" pitchFamily="34" charset="0"/>
                <a:buChar char="•"/>
              </a:pPr>
              <a:r>
                <a:rPr lang="zh-CN" altLang="en-US" sz="1000" dirty="0">
                  <a:solidFill>
                    <a:schemeClr val="tx1">
                      <a:lumMod val="50000"/>
                      <a:lumOff val="50000"/>
                    </a:schemeClr>
                  </a:solidFill>
                  <a:latin typeface="微软雅黑" panose="020B0503020204020204" charset="-122"/>
                  <a:ea typeface="微软雅黑" panose="020B0503020204020204" charset="-122"/>
                </a:rPr>
                <a:t>有操作时或重要信息时需固定，操作项不固定时无法快速定位会降低操作效率</a:t>
              </a:r>
              <a:endParaRPr lang="zh-CN" altLang="en-US" sz="1000" dirty="0">
                <a:solidFill>
                  <a:schemeClr val="tx1">
                    <a:lumMod val="50000"/>
                    <a:lumOff val="50000"/>
                  </a:schemeClr>
                </a:solidFill>
                <a:latin typeface="微软雅黑" panose="020B0503020204020204" charset="-122"/>
                <a:ea typeface="微软雅黑" panose="020B0503020204020204" charset="-122"/>
              </a:endParaRPr>
            </a:p>
            <a:p>
              <a:pPr marL="171450" indent="-171450">
                <a:buFont typeface="Arial" panose="020B0604020202020204" pitchFamily="34" charset="0"/>
                <a:buChar char="•"/>
              </a:pPr>
              <a:endParaRPr lang="zh-CN" altLang="en-US" sz="800" dirty="0">
                <a:solidFill>
                  <a:schemeClr val="tx1">
                    <a:lumMod val="50000"/>
                    <a:lumOff val="50000"/>
                  </a:schemeClr>
                </a:solidFill>
                <a:latin typeface="微软雅黑" panose="020B0503020204020204" charset="-122"/>
                <a:ea typeface="微软雅黑" panose="020B0503020204020204" charset="-122"/>
              </a:endParaRPr>
            </a:p>
          </p:txBody>
        </p:sp>
        <p:cxnSp>
          <p:nvCxnSpPr>
            <p:cNvPr id="9" name="连接符: 曲线 48"/>
            <p:cNvCxnSpPr/>
            <p:nvPr>
              <p:custDataLst>
                <p:tags r:id="rId15"/>
              </p:custDataLst>
            </p:nvPr>
          </p:nvCxnSpPr>
          <p:spPr>
            <a:xfrm flipV="1">
              <a:off x="16046" y="8835"/>
              <a:ext cx="1046" cy="161"/>
            </a:xfrm>
            <a:prstGeom prst="curvedConnector3">
              <a:avLst>
                <a:gd name="adj1" fmla="val 50000"/>
              </a:avLst>
            </a:prstGeom>
            <a:ln w="19050" cap="flat" cmpd="sng" algn="ctr">
              <a:solidFill>
                <a:schemeClr val="accent2"/>
              </a:solidFill>
              <a:prstDash val="dash"/>
              <a:round/>
              <a:headEnd type="oval" w="lg" len="lg"/>
              <a:tailEnd type="triangle" w="lg" len="lg"/>
            </a:ln>
          </p:spPr>
          <p:style>
            <a:lnRef idx="0">
              <a:scrgbClr r="0" g="0" b="0"/>
            </a:lnRef>
            <a:fillRef idx="0">
              <a:scrgbClr r="0" g="0" b="0"/>
            </a:fillRef>
            <a:effectRef idx="0">
              <a:scrgbClr r="0" g="0" b="0"/>
            </a:effectRef>
            <a:fontRef idx="minor">
              <a:schemeClr val="tx1"/>
            </a:fontRef>
          </p:style>
        </p:cxnSp>
      </p:grpSp>
      <p:sp>
        <p:nvSpPr>
          <p:cNvPr id="11" name="文本框 10"/>
          <p:cNvSpPr txBox="1"/>
          <p:nvPr>
            <p:custDataLst>
              <p:tags r:id="rId16"/>
            </p:custDataLst>
          </p:nvPr>
        </p:nvSpPr>
        <p:spPr>
          <a:xfrm>
            <a:off x="10701338" y="4439920"/>
            <a:ext cx="1421764" cy="775970"/>
          </a:xfrm>
          <a:prstGeom prst="rect">
            <a:avLst/>
          </a:prstGeom>
          <a:noFill/>
        </p:spPr>
        <p:txBody>
          <a:bodyPr wrap="square" rtlCol="0">
            <a:noAutofit/>
          </a:bodyPr>
          <a:lstStyle/>
          <a:p>
            <a:r>
              <a:rPr lang="zh-CN" altLang="en-US" sz="1200" b="1" dirty="0">
                <a:solidFill>
                  <a:srgbClr val="EE822F"/>
                </a:solidFill>
                <a:latin typeface="微软雅黑" panose="020B0503020204020204" charset="-122"/>
                <a:ea typeface="微软雅黑" panose="020B0503020204020204" charset="-122"/>
              </a:rPr>
              <a:t>纵向滚动</a:t>
            </a:r>
            <a:endParaRPr lang="zh-CN" altLang="en-US" sz="1200" b="1" dirty="0">
              <a:solidFill>
                <a:srgbClr val="EE822F"/>
              </a:solidFill>
              <a:latin typeface="微软雅黑" panose="020B0503020204020204" charset="-122"/>
              <a:ea typeface="微软雅黑" panose="020B0503020204020204" charset="-122"/>
            </a:endParaRPr>
          </a:p>
          <a:p>
            <a:pPr marL="171450" indent="-171450">
              <a:buFont typeface="Arial" panose="020B0604020202020204" pitchFamily="34" charset="0"/>
              <a:buChar char="•"/>
            </a:pPr>
            <a:r>
              <a:rPr lang="zh-CN" altLang="en-US" sz="1000" dirty="0">
                <a:solidFill>
                  <a:schemeClr val="tx1">
                    <a:lumMod val="50000"/>
                    <a:lumOff val="50000"/>
                  </a:schemeClr>
                </a:solidFill>
                <a:latin typeface="微软雅黑" panose="020B0503020204020204" charset="-122"/>
                <a:ea typeface="微软雅黑" panose="020B0503020204020204" charset="-122"/>
              </a:rPr>
              <a:t>建议页面纵向滚动为主，减少横向滚动，表格横向内容不宜过多，更多信息可“查看” 详情页</a:t>
            </a:r>
            <a:endParaRPr lang="zh-CN" altLang="en-US" sz="1000" dirty="0">
              <a:solidFill>
                <a:schemeClr val="tx1">
                  <a:lumMod val="50000"/>
                  <a:lumOff val="50000"/>
                </a:schemeClr>
              </a:solidFill>
              <a:latin typeface="微软雅黑" panose="020B0503020204020204" charset="-122"/>
              <a:ea typeface="微软雅黑" panose="020B0503020204020204" charset="-122"/>
            </a:endParaRPr>
          </a:p>
        </p:txBody>
      </p:sp>
      <p:cxnSp>
        <p:nvCxnSpPr>
          <p:cNvPr id="12" name="连接符: 曲线 48"/>
          <p:cNvCxnSpPr/>
          <p:nvPr>
            <p:custDataLst>
              <p:tags r:id="rId17"/>
            </p:custDataLst>
          </p:nvPr>
        </p:nvCxnSpPr>
        <p:spPr>
          <a:xfrm flipV="1">
            <a:off x="10053758" y="5001578"/>
            <a:ext cx="730447" cy="146367"/>
          </a:xfrm>
          <a:prstGeom prst="curvedConnector3">
            <a:avLst>
              <a:gd name="adj1" fmla="val 50000"/>
            </a:avLst>
          </a:prstGeom>
          <a:ln w="19050" cap="flat" cmpd="sng" algn="ctr">
            <a:solidFill>
              <a:schemeClr val="accent2"/>
            </a:solidFill>
            <a:prstDash val="dash"/>
            <a:round/>
            <a:headEnd type="oval" w="lg" len="lg"/>
            <a:tailEnd type="triangle" w="lg" len="lg"/>
          </a:ln>
        </p:spPr>
        <p:style>
          <a:lnRef idx="0">
            <a:scrgbClr r="0" g="0" b="0"/>
          </a:lnRef>
          <a:fillRef idx="0">
            <a:scrgbClr r="0" g="0" b="0"/>
          </a:fillRef>
          <a:effectRef idx="0">
            <a:scrgbClr r="0" g="0" b="0"/>
          </a:effectRef>
          <a:fontRef idx="minor">
            <a:schemeClr val="tx1"/>
          </a:fontRef>
        </p:style>
      </p:cxnSp>
      <p:sp>
        <p:nvSpPr>
          <p:cNvPr id="13" name="矩形 12"/>
          <p:cNvSpPr/>
          <p:nvPr/>
        </p:nvSpPr>
        <p:spPr>
          <a:xfrm>
            <a:off x="1995170" y="1050925"/>
            <a:ext cx="156845" cy="17843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片 22"/>
          <p:cNvPicPr/>
          <p:nvPr/>
        </p:nvPicPr>
        <p:blipFill>
          <a:blip r:embed="rId1"/>
          <a:stretch>
            <a:fillRect/>
          </a:stretch>
        </p:blipFill>
        <p:spPr>
          <a:xfrm>
            <a:off x="586740" y="962660"/>
            <a:ext cx="10240144" cy="5760000"/>
          </a:xfrm>
          <a:prstGeom prst="rect">
            <a:avLst/>
          </a:prstGeom>
          <a:ln w="0">
            <a:noFill/>
          </a:ln>
          <a:effectLst>
            <a:outerShdw blurRad="50800" dist="38100" dir="2700000" algn="tl" rotWithShape="0">
              <a:prstClr val="black">
                <a:alpha val="10000"/>
              </a:prstClr>
            </a:outerShdw>
          </a:effectLst>
        </p:spPr>
      </p:pic>
      <p:grpSp>
        <p:nvGrpSpPr>
          <p:cNvPr id="4" name="组合 1"/>
          <p:cNvGrpSpPr/>
          <p:nvPr/>
        </p:nvGrpSpPr>
        <p:grpSpPr bwMode="auto">
          <a:xfrm>
            <a:off x="10701338" y="0"/>
            <a:ext cx="766762" cy="766763"/>
            <a:chOff x="11522" y="1262"/>
            <a:chExt cx="1864" cy="1864"/>
          </a:xfrm>
        </p:grpSpPr>
        <p:sp>
          <p:nvSpPr>
            <p:cNvPr id="5" name="矩形 4"/>
            <p:cNvSpPr/>
            <p:nvPr userDrawn="1">
              <p:custDataLst>
                <p:tags r:id="rId2"/>
              </p:custDataLst>
            </p:nvPr>
          </p:nvSpPr>
          <p:spPr>
            <a:xfrm>
              <a:off x="11522" y="1262"/>
              <a:ext cx="1864" cy="1864"/>
            </a:xfrm>
            <a:prstGeom prst="rect">
              <a:avLst/>
            </a:prstGeom>
            <a:solidFill>
              <a:srgbClr val="004EA2"/>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anchor="ctr"/>
            <a:lstStyle/>
            <a:p>
              <a:pPr algn="ctr" fontAlgn="auto"/>
              <a:endParaRPr lang="zh-CN" altLang="en-US" sz="1800" noProof="1"/>
            </a:p>
          </p:txBody>
        </p:sp>
        <p:pic>
          <p:nvPicPr>
            <p:cNvPr id="7" name="图片 7"/>
            <p:cNvPicPr>
              <a:picLocks noGrp="1" noChangeAspect="1" noChangeArrowheads="1"/>
            </p:cNvPicPr>
            <p:nvPr>
              <p:custDataLst>
                <p:tags r:id="rId3"/>
              </p:custDataLst>
            </p:nvPr>
          </p:nvPicPr>
          <p:blipFill>
            <a:blip r:embed="rId4">
              <a:extLst>
                <a:ext uri="{28A0092B-C50C-407E-A947-70E740481C1C}">
                  <a14:useLocalDpi xmlns:a14="http://schemas.microsoft.com/office/drawing/2010/main" val="0"/>
                </a:ext>
              </a:extLst>
            </a:blip>
            <a:srcRect/>
            <a:stretch>
              <a:fillRect/>
            </a:stretch>
          </p:blipFill>
          <p:spPr bwMode="auto">
            <a:xfrm>
              <a:off x="11750" y="1490"/>
              <a:ext cx="1408" cy="1408"/>
            </a:xfrm>
            <a:prstGeom prst="rect">
              <a:avLst/>
            </a:prstGeom>
            <a:noFill/>
            <a:extLst>
              <a:ext uri="{909E8E84-426E-40DD-AFC4-6F175D3DCCD1}">
                <a14:hiddenFill xmlns:a14="http://schemas.microsoft.com/office/drawing/2010/main">
                  <a:solidFill>
                    <a:srgbClr val="FFFFFF"/>
                  </a:solidFill>
                </a14:hiddenFill>
              </a:ext>
            </a:extLst>
          </p:spPr>
        </p:pic>
      </p:grpSp>
      <p:sp>
        <p:nvSpPr>
          <p:cNvPr id="8" name="文本框 7"/>
          <p:cNvSpPr txBox="1"/>
          <p:nvPr/>
        </p:nvSpPr>
        <p:spPr>
          <a:xfrm>
            <a:off x="1222374" y="502085"/>
            <a:ext cx="879891" cy="460375"/>
          </a:xfrm>
          <a:prstGeom prst="rect">
            <a:avLst/>
          </a:prstGeom>
          <a:noFill/>
        </p:spPr>
        <p:txBody>
          <a:bodyPr wrap="square">
            <a:spAutoFit/>
          </a:bodyPr>
          <a:lstStyle>
            <a:defPPr>
              <a:defRPr lang="zh-CN"/>
            </a:defPPr>
            <a:lvl1pPr>
              <a:defRPr sz="15000">
                <a:gradFill flip="none" rotWithShape="1">
                  <a:gsLst>
                    <a:gs pos="23000">
                      <a:srgbClr val="C0DBD2"/>
                    </a:gs>
                    <a:gs pos="86239">
                      <a:srgbClr val="A6CFC9"/>
                    </a:gs>
                    <a:gs pos="47000">
                      <a:srgbClr val="7AA99E"/>
                    </a:gs>
                  </a:gsLst>
                  <a:lin ang="2700000" scaled="1"/>
                  <a:tileRect/>
                </a:gradFill>
                <a:latin typeface="Aa武道家" pitchFamily="18" charset="-122"/>
                <a:ea typeface="Aa武道家" pitchFamily="18" charset="-122"/>
              </a:defRPr>
            </a:lvl1pPr>
          </a:lstStyle>
          <a:p>
            <a:pPr eaLnBrk="1" fontAlgn="auto" hangingPunct="1">
              <a:defRPr/>
            </a:pPr>
            <a:r>
              <a:rPr lang="en-US" altLang="zh-CN" sz="2400" b="1" kern="0" noProof="1">
                <a:solidFill>
                  <a:srgbClr val="004EA2"/>
                </a:solidFill>
                <a:latin typeface="Arial" panose="020B0604020202020204" pitchFamily="34" charset="0"/>
                <a:ea typeface="微软雅黑" panose="020B0503020204020204" charset="-122"/>
                <a:cs typeface="Arial" panose="020B0604020202020204" pitchFamily="34" charset="0"/>
                <a:sym typeface="Arial" panose="020B0604020202020204" pitchFamily="34" charset="0"/>
              </a:rPr>
              <a:t>2.2</a:t>
            </a:r>
            <a:r>
              <a:rPr lang="en-US" altLang="zh-CN" sz="2400" b="1" kern="0" noProof="1">
                <a:solidFill>
                  <a:srgbClr val="004EA2"/>
                </a:solidFill>
                <a:latin typeface="微软雅黑" panose="020B0503020204020204" charset="-122"/>
                <a:ea typeface="微软雅黑" panose="020B0503020204020204" charset="-122"/>
                <a:sym typeface="Arial" panose="020B0604020202020204" pitchFamily="34" charset="0"/>
              </a:rPr>
              <a:t> </a:t>
            </a:r>
            <a:endParaRPr lang="en-US" altLang="zh-CN" sz="2400" b="1" kern="0" noProof="1">
              <a:solidFill>
                <a:srgbClr val="004EA2"/>
              </a:solidFill>
              <a:latin typeface="微软雅黑" panose="020B0503020204020204" charset="-122"/>
              <a:ea typeface="微软雅黑" panose="020B0503020204020204" charset="-122"/>
              <a:sym typeface="Arial" panose="020B0604020202020204" pitchFamily="34" charset="0"/>
            </a:endParaRPr>
          </a:p>
        </p:txBody>
      </p:sp>
      <p:sp>
        <p:nvSpPr>
          <p:cNvPr id="21" name="矩形 8"/>
          <p:cNvSpPr/>
          <p:nvPr/>
        </p:nvSpPr>
        <p:spPr bwMode="auto">
          <a:xfrm>
            <a:off x="2160000" y="470242"/>
            <a:ext cx="5051425" cy="497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20000"/>
              </a:lnSpc>
            </a:pPr>
            <a:r>
              <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rPr>
              <a:t>列表页细节说明</a:t>
            </a:r>
            <a:r>
              <a:rPr lang="en-US" altLang="zh-CN"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rPr>
              <a:t>2</a:t>
            </a:r>
            <a:endPar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endParaRPr>
          </a:p>
        </p:txBody>
      </p:sp>
      <p:sp>
        <p:nvSpPr>
          <p:cNvPr id="47" name="矩形 11"/>
          <p:cNvSpPr/>
          <p:nvPr/>
        </p:nvSpPr>
        <p:spPr bwMode="auto">
          <a:xfrm>
            <a:off x="2160441" y="99159"/>
            <a:ext cx="2175299" cy="430374"/>
          </a:xfrm>
          <a:prstGeom prst="rect">
            <a:avLst/>
          </a:prstGeom>
          <a:grp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pPr>
            <a:r>
              <a:rPr kumimoji="0" lang="zh-CN" altLang="en-US" sz="2000" b="1" i="0" u="none" strike="noStrike" kern="0" cap="none" spc="0" normalizeH="0" baseline="0" noProof="0" dirty="0">
                <a:ln>
                  <a:noFill/>
                </a:ln>
                <a:solidFill>
                  <a:srgbClr val="FFFFFF">
                    <a:lumMod val="65000"/>
                  </a:srgbClr>
                </a:solidFill>
                <a:effectLst/>
                <a:uLnTx/>
                <a:uFillTx/>
                <a:latin typeface="微软雅黑" panose="020B0503020204020204" charset="-122"/>
                <a:ea typeface="微软雅黑" panose="020B0503020204020204" charset="-122"/>
                <a:cs typeface="微软雅黑" panose="020B0503020204020204" charset="-122"/>
              </a:rPr>
              <a:t>典型界面要求</a:t>
            </a:r>
            <a:endParaRPr kumimoji="0" lang="zh-CN" altLang="en-US" sz="2000" b="1" i="0" u="none" strike="noStrike" kern="0" cap="none" spc="0" normalizeH="0" baseline="0" noProof="0" dirty="0">
              <a:ln>
                <a:noFill/>
              </a:ln>
              <a:solidFill>
                <a:srgbClr val="FFFFFF">
                  <a:lumMod val="65000"/>
                </a:srgbClr>
              </a:solidFill>
              <a:effectLst/>
              <a:uLnTx/>
              <a:uFillTx/>
              <a:latin typeface="微软雅黑" panose="020B0503020204020204" charset="-122"/>
              <a:ea typeface="微软雅黑" panose="020B0503020204020204" charset="-122"/>
              <a:cs typeface="微软雅黑" panose="020B0503020204020204" charset="-122"/>
            </a:endParaRPr>
          </a:p>
        </p:txBody>
      </p:sp>
      <p:pic>
        <p:nvPicPr>
          <p:cNvPr id="48" name="图片 47" descr="字段配置"/>
          <p:cNvPicPr>
            <a:picLocks noChangeAspect="1"/>
          </p:cNvPicPr>
          <p:nvPr/>
        </p:nvPicPr>
        <p:blipFill>
          <a:blip r:embed="rId5"/>
          <a:stretch>
            <a:fillRect/>
          </a:stretch>
        </p:blipFill>
        <p:spPr>
          <a:xfrm>
            <a:off x="6195219" y="131711"/>
            <a:ext cx="1610360" cy="2528570"/>
          </a:xfrm>
          <a:prstGeom prst="rect">
            <a:avLst/>
          </a:prstGeom>
        </p:spPr>
      </p:pic>
      <p:pic>
        <p:nvPicPr>
          <p:cNvPr id="2" name="图片 1" descr="请搜索你想要的内容"/>
          <p:cNvPicPr>
            <a:picLocks noChangeAspect="1"/>
          </p:cNvPicPr>
          <p:nvPr/>
        </p:nvPicPr>
        <p:blipFill>
          <a:blip r:embed="rId6"/>
          <a:stretch>
            <a:fillRect/>
          </a:stretch>
        </p:blipFill>
        <p:spPr>
          <a:xfrm>
            <a:off x="1962150" y="3056255"/>
            <a:ext cx="1055370" cy="294640"/>
          </a:xfrm>
          <a:prstGeom prst="rect">
            <a:avLst/>
          </a:prstGeom>
        </p:spPr>
      </p:pic>
      <p:pic>
        <p:nvPicPr>
          <p:cNvPr id="3" name="图片 2" descr="筛选组件"/>
          <p:cNvPicPr>
            <a:picLocks noChangeAspect="1"/>
          </p:cNvPicPr>
          <p:nvPr/>
        </p:nvPicPr>
        <p:blipFill>
          <a:blip r:embed="rId7"/>
          <a:stretch>
            <a:fillRect/>
          </a:stretch>
        </p:blipFill>
        <p:spPr>
          <a:xfrm>
            <a:off x="7868285" y="3130550"/>
            <a:ext cx="916940" cy="596900"/>
          </a:xfrm>
          <a:prstGeom prst="rect">
            <a:avLst/>
          </a:prstGeom>
        </p:spPr>
      </p:pic>
      <p:cxnSp>
        <p:nvCxnSpPr>
          <p:cNvPr id="9" name="连接符: 曲线 48"/>
          <p:cNvCxnSpPr/>
          <p:nvPr/>
        </p:nvCxnSpPr>
        <p:spPr>
          <a:xfrm rot="5400000">
            <a:off x="1582807" y="3331890"/>
            <a:ext cx="1561431" cy="1158749"/>
          </a:xfrm>
          <a:prstGeom prst="curvedConnector3">
            <a:avLst>
              <a:gd name="adj1" fmla="val 50000"/>
            </a:avLst>
          </a:prstGeom>
          <a:ln w="19050" cap="flat" cmpd="sng" algn="ctr">
            <a:solidFill>
              <a:schemeClr val="accent2"/>
            </a:solidFill>
            <a:prstDash val="dash"/>
            <a:round/>
            <a:headEnd type="oval" w="lg" len="lg"/>
            <a:tailEnd type="triangle" w="lg" len="lg"/>
          </a:ln>
        </p:spPr>
        <p:style>
          <a:lnRef idx="0">
            <a:scrgbClr r="0" g="0" b="0"/>
          </a:lnRef>
          <a:fillRef idx="0">
            <a:scrgbClr r="0" g="0" b="0"/>
          </a:fillRef>
          <a:effectRef idx="0">
            <a:scrgbClr r="0" g="0" b="0"/>
          </a:effectRef>
          <a:fontRef idx="minor">
            <a:schemeClr val="tx1"/>
          </a:fontRef>
        </p:style>
      </p:cxnSp>
      <p:sp>
        <p:nvSpPr>
          <p:cNvPr id="10" name="文本框 9"/>
          <p:cNvSpPr txBox="1"/>
          <p:nvPr>
            <p:custDataLst>
              <p:tags r:id="rId8"/>
            </p:custDataLst>
          </p:nvPr>
        </p:nvSpPr>
        <p:spPr>
          <a:xfrm>
            <a:off x="162560" y="4221445"/>
            <a:ext cx="1522550" cy="940469"/>
          </a:xfrm>
          <a:prstGeom prst="rect">
            <a:avLst/>
          </a:prstGeom>
          <a:noFill/>
        </p:spPr>
        <p:txBody>
          <a:bodyPr wrap="square" rtlCol="0">
            <a:noAutofit/>
          </a:bodyPr>
          <a:lstStyle/>
          <a:p>
            <a:pPr marL="171450" indent="-171450">
              <a:buFont typeface="Arial" panose="020B0604020202020204" pitchFamily="34" charset="0"/>
              <a:buChar char="•"/>
            </a:pPr>
            <a:r>
              <a:rPr lang="zh-CN" altLang="en-US" sz="1200" b="1" dirty="0">
                <a:solidFill>
                  <a:srgbClr val="EE822F"/>
                </a:solidFill>
                <a:latin typeface="微软雅黑" panose="020B0503020204020204" charset="-122"/>
                <a:ea typeface="微软雅黑" panose="020B0503020204020204" charset="-122"/>
              </a:rPr>
              <a:t>表头快捷操作</a:t>
            </a:r>
            <a:endParaRPr lang="zh-CN" altLang="en-US" sz="1200" b="1" dirty="0">
              <a:solidFill>
                <a:srgbClr val="EE822F"/>
              </a:solidFill>
              <a:latin typeface="微软雅黑" panose="020B0503020204020204" charset="-122"/>
              <a:ea typeface="微软雅黑" panose="020B0503020204020204" charset="-122"/>
            </a:endParaRPr>
          </a:p>
          <a:p>
            <a:pPr marL="171450" indent="-171450">
              <a:buFont typeface="Arial" panose="020B0604020202020204" pitchFamily="34" charset="0"/>
              <a:buChar char="•"/>
            </a:pPr>
            <a:r>
              <a:rPr lang="zh-CN" sz="1000" dirty="0">
                <a:solidFill>
                  <a:schemeClr val="tx1">
                    <a:lumMod val="50000"/>
                    <a:lumOff val="50000"/>
                  </a:schemeClr>
                </a:solidFill>
                <a:latin typeface="微软雅黑" panose="020B0503020204020204" charset="-122"/>
                <a:ea typeface="微软雅黑" panose="020B0503020204020204" charset="-122"/>
              </a:rPr>
              <a:t>针对高频搜索的字段固定在表头</a:t>
            </a:r>
            <a:endParaRPr lang="en-US" altLang="zh-CN" sz="1000" dirty="0">
              <a:solidFill>
                <a:schemeClr val="tx1">
                  <a:lumMod val="50000"/>
                  <a:lumOff val="50000"/>
                </a:schemeClr>
              </a:solidFill>
              <a:latin typeface="微软雅黑" panose="020B0503020204020204" charset="-122"/>
              <a:ea typeface="微软雅黑" panose="020B0503020204020204" charset="-122"/>
            </a:endParaRPr>
          </a:p>
          <a:p>
            <a:pPr marL="171450" indent="-171450">
              <a:buFont typeface="Arial" panose="020B0604020202020204" pitchFamily="34" charset="0"/>
              <a:buChar char="•"/>
            </a:pPr>
            <a:r>
              <a:rPr lang="zh-CN" altLang="en-US" sz="1000" dirty="0">
                <a:solidFill>
                  <a:schemeClr val="tx1">
                    <a:lumMod val="50000"/>
                    <a:lumOff val="50000"/>
                  </a:schemeClr>
                </a:solidFill>
                <a:latin typeface="微软雅黑" panose="020B0503020204020204" charset="-122"/>
                <a:ea typeface="微软雅黑" panose="020B0503020204020204" charset="-122"/>
              </a:rPr>
              <a:t>针对数值、日期等字段，可设置排序，固定在表头</a:t>
            </a:r>
            <a:endParaRPr lang="en-US" altLang="zh-CN" sz="1000" dirty="0">
              <a:solidFill>
                <a:schemeClr val="tx1">
                  <a:lumMod val="50000"/>
                  <a:lumOff val="50000"/>
                </a:schemeClr>
              </a:solidFill>
              <a:latin typeface="微软雅黑" panose="020B0503020204020204" charset="-122"/>
              <a:ea typeface="微软雅黑" panose="020B0503020204020204" charset="-122"/>
            </a:endParaRPr>
          </a:p>
          <a:p>
            <a:pPr marL="171450" indent="-171450">
              <a:buFont typeface="Arial" panose="020B0604020202020204" pitchFamily="34" charset="0"/>
              <a:buChar char="•"/>
            </a:pPr>
            <a:r>
              <a:rPr lang="zh-CN" altLang="zh-CN" sz="1000" dirty="0">
                <a:solidFill>
                  <a:schemeClr val="tx1">
                    <a:lumMod val="50000"/>
                    <a:lumOff val="50000"/>
                  </a:schemeClr>
                </a:solidFill>
                <a:latin typeface="微软雅黑" panose="020B0503020204020204" charset="-122"/>
                <a:ea typeface="微软雅黑" panose="020B0503020204020204" charset="-122"/>
              </a:rPr>
              <a:t>针对高频筛选的字段固定在表头</a:t>
            </a:r>
            <a:endParaRPr lang="zh-CN" altLang="zh-CN" sz="1000" dirty="0">
              <a:solidFill>
                <a:schemeClr val="tx1">
                  <a:lumMod val="50000"/>
                  <a:lumOff val="50000"/>
                </a:schemeClr>
              </a:solidFill>
              <a:latin typeface="微软雅黑" panose="020B0503020204020204" charset="-122"/>
              <a:ea typeface="微软雅黑" panose="020B0503020204020204" charset="-122"/>
            </a:endParaRPr>
          </a:p>
          <a:p>
            <a:endParaRPr lang="zh-CN" sz="1000" dirty="0">
              <a:solidFill>
                <a:schemeClr val="tx1">
                  <a:lumMod val="50000"/>
                  <a:lumOff val="50000"/>
                </a:schemeClr>
              </a:solidFill>
              <a:latin typeface="微软雅黑" panose="020B0503020204020204" charset="-122"/>
              <a:ea typeface="微软雅黑" panose="020B0503020204020204" charset="-122"/>
            </a:endParaRPr>
          </a:p>
        </p:txBody>
      </p:sp>
      <p:grpSp>
        <p:nvGrpSpPr>
          <p:cNvPr id="15" name="组合 14"/>
          <p:cNvGrpSpPr/>
          <p:nvPr/>
        </p:nvGrpSpPr>
        <p:grpSpPr>
          <a:xfrm>
            <a:off x="7914005" y="297815"/>
            <a:ext cx="1915160" cy="2339975"/>
            <a:chOff x="5067" y="7875"/>
            <a:chExt cx="3016" cy="3685"/>
          </a:xfrm>
        </p:grpSpPr>
        <p:cxnSp>
          <p:nvCxnSpPr>
            <p:cNvPr id="16" name="连接符: 曲线 48"/>
            <p:cNvCxnSpPr>
              <a:endCxn id="17" idx="1"/>
            </p:cNvCxnSpPr>
            <p:nvPr/>
          </p:nvCxnSpPr>
          <p:spPr>
            <a:xfrm rot="16200000">
              <a:off x="3873" y="9850"/>
              <a:ext cx="2903" cy="516"/>
            </a:xfrm>
            <a:prstGeom prst="curvedConnector2">
              <a:avLst/>
            </a:prstGeom>
            <a:ln w="19050" cap="flat" cmpd="sng" algn="ctr">
              <a:solidFill>
                <a:schemeClr val="accent2"/>
              </a:solidFill>
              <a:prstDash val="dash"/>
              <a:round/>
              <a:headEnd type="oval" w="lg" len="lg"/>
              <a:tailEnd type="triangle" w="lg" len="lg"/>
            </a:ln>
          </p:spPr>
          <p:style>
            <a:lnRef idx="0">
              <a:scrgbClr r="0" g="0" b="0"/>
            </a:lnRef>
            <a:fillRef idx="0">
              <a:scrgbClr r="0" g="0" b="0"/>
            </a:fillRef>
            <a:effectRef idx="0">
              <a:scrgbClr r="0" g="0" b="0"/>
            </a:effectRef>
            <a:fontRef idx="minor">
              <a:schemeClr val="tx1"/>
            </a:fontRef>
          </p:style>
        </p:cxnSp>
        <p:sp>
          <p:nvSpPr>
            <p:cNvPr id="17" name="文本框 16"/>
            <p:cNvSpPr txBox="1"/>
            <p:nvPr>
              <p:custDataLst>
                <p:tags r:id="rId9"/>
              </p:custDataLst>
            </p:nvPr>
          </p:nvSpPr>
          <p:spPr>
            <a:xfrm>
              <a:off x="5583" y="7875"/>
              <a:ext cx="2500" cy="1563"/>
            </a:xfrm>
            <a:prstGeom prst="rect">
              <a:avLst/>
            </a:prstGeom>
            <a:noFill/>
          </p:spPr>
          <p:txBody>
            <a:bodyPr wrap="square" rtlCol="0">
              <a:noAutofit/>
            </a:bodyPr>
            <a:lstStyle/>
            <a:p>
              <a:pPr marL="171450" indent="-171450">
                <a:buFont typeface="Arial" panose="020B0604020202020204" pitchFamily="34" charset="0"/>
                <a:buChar char="•"/>
              </a:pPr>
              <a:r>
                <a:rPr lang="zh-CN" altLang="en-US" sz="1200" b="1" dirty="0">
                  <a:solidFill>
                    <a:srgbClr val="EE822F"/>
                  </a:solidFill>
                  <a:latin typeface="微软雅黑" panose="020B0503020204020204" charset="-122"/>
                  <a:ea typeface="微软雅黑" panose="020B0503020204020204" charset="-122"/>
                </a:rPr>
                <a:t>个性化表头配置</a:t>
              </a:r>
              <a:endParaRPr lang="zh-CN" altLang="en-US" sz="1200" b="1" dirty="0">
                <a:solidFill>
                  <a:srgbClr val="EE822F"/>
                </a:solidFill>
                <a:latin typeface="微软雅黑" panose="020B0503020204020204" charset="-122"/>
                <a:ea typeface="微软雅黑" panose="020B0503020204020204" charset="-122"/>
              </a:endParaRPr>
            </a:p>
            <a:p>
              <a:pPr marL="171450" indent="-171450">
                <a:buFont typeface="Arial" panose="020B0604020202020204" pitchFamily="34" charset="0"/>
                <a:buChar char="•"/>
              </a:pPr>
              <a:r>
                <a:rPr lang="zh-CN" sz="1000" dirty="0">
                  <a:solidFill>
                    <a:schemeClr val="tx1">
                      <a:lumMod val="50000"/>
                      <a:lumOff val="50000"/>
                    </a:schemeClr>
                  </a:solidFill>
                  <a:latin typeface="微软雅黑" panose="020B0503020204020204" charset="-122"/>
                  <a:ea typeface="微软雅黑" panose="020B0503020204020204" charset="-122"/>
                </a:rPr>
                <a:t>可根据个人需求调节表格展示信息</a:t>
              </a:r>
              <a:endParaRPr lang="zh-CN" sz="1000" dirty="0">
                <a:solidFill>
                  <a:schemeClr val="tx1">
                    <a:lumMod val="50000"/>
                    <a:lumOff val="50000"/>
                  </a:schemeClr>
                </a:solidFill>
                <a:latin typeface="微软雅黑" panose="020B0503020204020204" charset="-122"/>
                <a:ea typeface="微软雅黑" panose="020B0503020204020204" charset="-122"/>
              </a:endParaRPr>
            </a:p>
          </p:txBody>
        </p:sp>
      </p:grpSp>
      <p:pic>
        <p:nvPicPr>
          <p:cNvPr id="18" name="图片 17" descr="筛选项"/>
          <p:cNvPicPr>
            <a:picLocks noChangeAspect="1"/>
          </p:cNvPicPr>
          <p:nvPr/>
        </p:nvPicPr>
        <p:blipFill>
          <a:blip r:embed="rId10"/>
          <a:stretch>
            <a:fillRect/>
          </a:stretch>
        </p:blipFill>
        <p:spPr>
          <a:xfrm>
            <a:off x="8822098" y="3282823"/>
            <a:ext cx="3245485" cy="3414395"/>
          </a:xfrm>
          <a:prstGeom prst="rect">
            <a:avLst/>
          </a:prstGeom>
        </p:spPr>
      </p:pic>
      <p:cxnSp>
        <p:nvCxnSpPr>
          <p:cNvPr id="19" name="连接符: 曲线 48"/>
          <p:cNvCxnSpPr/>
          <p:nvPr/>
        </p:nvCxnSpPr>
        <p:spPr>
          <a:xfrm rot="5400000">
            <a:off x="9486312" y="2848907"/>
            <a:ext cx="599738" cy="268094"/>
          </a:xfrm>
          <a:prstGeom prst="curvedConnector3">
            <a:avLst>
              <a:gd name="adj1" fmla="val 50000"/>
            </a:avLst>
          </a:prstGeom>
          <a:ln w="19050" cap="flat" cmpd="sng" algn="ctr">
            <a:solidFill>
              <a:schemeClr val="accent2"/>
            </a:solidFill>
            <a:prstDash val="dash"/>
            <a:round/>
            <a:headEnd type="oval" w="lg" len="lg"/>
            <a:tailEnd type="triangle" w="lg" len="lg"/>
          </a:ln>
        </p:spPr>
        <p:style>
          <a:lnRef idx="0">
            <a:scrgbClr r="0" g="0" b="0"/>
          </a:lnRef>
          <a:fillRef idx="0">
            <a:scrgbClr r="0" g="0" b="0"/>
          </a:fillRef>
          <a:effectRef idx="0">
            <a:scrgbClr r="0" g="0" b="0"/>
          </a:effectRef>
          <a:fontRef idx="minor">
            <a:schemeClr val="tx1"/>
          </a:fontRef>
        </p:style>
      </p:cxnSp>
      <p:sp>
        <p:nvSpPr>
          <p:cNvPr id="20" name="文本框 19"/>
          <p:cNvSpPr txBox="1"/>
          <p:nvPr>
            <p:custDataLst>
              <p:tags r:id="rId11"/>
            </p:custDataLst>
          </p:nvPr>
        </p:nvSpPr>
        <p:spPr>
          <a:xfrm>
            <a:off x="10409714" y="2324284"/>
            <a:ext cx="1174750" cy="525412"/>
          </a:xfrm>
          <a:prstGeom prst="rect">
            <a:avLst/>
          </a:prstGeom>
          <a:noFill/>
        </p:spPr>
        <p:txBody>
          <a:bodyPr wrap="square" rtlCol="0">
            <a:noAutofit/>
          </a:bodyPr>
          <a:lstStyle/>
          <a:p>
            <a:pPr marL="171450" indent="-171450">
              <a:buFont typeface="Arial" panose="020B0604020202020204" pitchFamily="34" charset="0"/>
              <a:buChar char="•"/>
            </a:pPr>
            <a:r>
              <a:rPr lang="zh-CN" altLang="en-US" sz="1200" b="1" dirty="0">
                <a:solidFill>
                  <a:srgbClr val="EE822F"/>
                </a:solidFill>
                <a:latin typeface="微软雅黑" panose="020B0503020204020204" charset="-122"/>
                <a:ea typeface="微软雅黑" panose="020B0503020204020204" charset="-122"/>
              </a:rPr>
              <a:t>高级搜索</a:t>
            </a:r>
            <a:endParaRPr lang="zh-CN" altLang="en-US" sz="1200" b="1" dirty="0">
              <a:solidFill>
                <a:srgbClr val="EE822F"/>
              </a:solidFill>
              <a:latin typeface="微软雅黑" panose="020B0503020204020204" charset="-122"/>
              <a:ea typeface="微软雅黑" panose="020B0503020204020204" charset="-122"/>
            </a:endParaRPr>
          </a:p>
          <a:p>
            <a:pPr marL="171450" indent="-171450">
              <a:buFont typeface="Arial" panose="020B0604020202020204" pitchFamily="34" charset="0"/>
              <a:buChar char="•"/>
            </a:pPr>
            <a:r>
              <a:rPr lang="zh-CN" sz="1000" dirty="0">
                <a:solidFill>
                  <a:schemeClr val="tx1">
                    <a:lumMod val="50000"/>
                    <a:lumOff val="50000"/>
                  </a:schemeClr>
                </a:solidFill>
                <a:latin typeface="微软雅黑" panose="020B0503020204020204" charset="-122"/>
                <a:ea typeface="微软雅黑" panose="020B0503020204020204" charset="-122"/>
              </a:rPr>
              <a:t>高级搜索实现复杂的搜索条件</a:t>
            </a:r>
            <a:endParaRPr lang="zh-CN" sz="1000" dirty="0">
              <a:solidFill>
                <a:schemeClr val="tx1">
                  <a:lumMod val="50000"/>
                  <a:lumOff val="50000"/>
                </a:schemeClr>
              </a:solidFill>
              <a:latin typeface="微软雅黑" panose="020B0503020204020204" charset="-122"/>
              <a:ea typeface="微软雅黑" panose="020B0503020204020204" charset="-122"/>
            </a:endParaRPr>
          </a:p>
        </p:txBody>
      </p:sp>
      <p:sp>
        <p:nvSpPr>
          <p:cNvPr id="13" name="矩形 12"/>
          <p:cNvSpPr/>
          <p:nvPr/>
        </p:nvSpPr>
        <p:spPr>
          <a:xfrm>
            <a:off x="1995170" y="1050925"/>
            <a:ext cx="156845" cy="17843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cxnSp>
        <p:nvCxnSpPr>
          <p:cNvPr id="24" name="连接符: 曲线 48"/>
          <p:cNvCxnSpPr/>
          <p:nvPr/>
        </p:nvCxnSpPr>
        <p:spPr>
          <a:xfrm rot="10800000" flipV="1">
            <a:off x="1747160" y="2983875"/>
            <a:ext cx="4396062" cy="1707804"/>
          </a:xfrm>
          <a:prstGeom prst="curvedConnector3">
            <a:avLst>
              <a:gd name="adj1" fmla="val 50000"/>
            </a:avLst>
          </a:prstGeom>
          <a:ln w="19050" cap="flat" cmpd="sng" algn="ctr">
            <a:solidFill>
              <a:schemeClr val="accent2"/>
            </a:solidFill>
            <a:prstDash val="dash"/>
            <a:round/>
            <a:headEnd type="oval" w="lg" len="lg"/>
            <a:tailEnd type="triangle" w="lg" len="lg"/>
          </a:ln>
        </p:spPr>
        <p:style>
          <a:lnRef idx="0">
            <a:scrgbClr r="0" g="0" b="0"/>
          </a:lnRef>
          <a:fillRef idx="0">
            <a:scrgbClr r="0" g="0" b="0"/>
          </a:fillRef>
          <a:effectRef idx="0">
            <a:scrgbClr r="0" g="0" b="0"/>
          </a:effectRef>
          <a:fontRef idx="minor">
            <a:schemeClr val="tx1"/>
          </a:fontRef>
        </p:style>
      </p:cxnSp>
      <p:cxnSp>
        <p:nvCxnSpPr>
          <p:cNvPr id="30" name="连接符: 曲线 48"/>
          <p:cNvCxnSpPr/>
          <p:nvPr/>
        </p:nvCxnSpPr>
        <p:spPr>
          <a:xfrm rot="10800000" flipV="1">
            <a:off x="1784149" y="2989411"/>
            <a:ext cx="6627289" cy="1790425"/>
          </a:xfrm>
          <a:prstGeom prst="curvedConnector3">
            <a:avLst>
              <a:gd name="adj1" fmla="val 50000"/>
            </a:avLst>
          </a:prstGeom>
          <a:ln w="19050" cap="flat" cmpd="sng" algn="ctr">
            <a:solidFill>
              <a:schemeClr val="accent2"/>
            </a:solidFill>
            <a:prstDash val="dash"/>
            <a:round/>
            <a:headEnd type="oval" w="lg" len="lg"/>
            <a:tailEnd type="triangle" w="lg" len="lg"/>
          </a:ln>
        </p:spPr>
        <p:style>
          <a:lnRef idx="0">
            <a:scrgbClr r="0" g="0" b="0"/>
          </a:lnRef>
          <a:fillRef idx="0">
            <a:scrgbClr r="0" g="0" b="0"/>
          </a:fillRef>
          <a:effectRef idx="0">
            <a:scrgbClr r="0" g="0" b="0"/>
          </a:effectRef>
          <a:fontRef idx="minor">
            <a:schemeClr val="tx1"/>
          </a:fontRef>
        </p:style>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descr="2-列表页-空状态 (1)"/>
          <p:cNvPicPr>
            <a:picLocks noChangeAspect="1"/>
          </p:cNvPicPr>
          <p:nvPr/>
        </p:nvPicPr>
        <p:blipFill>
          <a:blip r:embed="rId1"/>
          <a:stretch>
            <a:fillRect/>
          </a:stretch>
        </p:blipFill>
        <p:spPr>
          <a:xfrm>
            <a:off x="539750" y="1075055"/>
            <a:ext cx="9709785" cy="5462270"/>
          </a:xfrm>
          <a:prstGeom prst="rect">
            <a:avLst/>
          </a:prstGeom>
          <a:ln w="0">
            <a:noFill/>
          </a:ln>
          <a:effectLst>
            <a:outerShdw blurRad="50800" dist="38100" dir="2700000" algn="tl" rotWithShape="0">
              <a:prstClr val="black">
                <a:alpha val="10000"/>
              </a:prstClr>
            </a:outerShdw>
          </a:effectLst>
        </p:spPr>
      </p:pic>
      <p:grpSp>
        <p:nvGrpSpPr>
          <p:cNvPr id="4" name="组合 1"/>
          <p:cNvGrpSpPr/>
          <p:nvPr/>
        </p:nvGrpSpPr>
        <p:grpSpPr bwMode="auto">
          <a:xfrm>
            <a:off x="10701338" y="0"/>
            <a:ext cx="766762" cy="766763"/>
            <a:chOff x="11522" y="1262"/>
            <a:chExt cx="1864" cy="1864"/>
          </a:xfrm>
        </p:grpSpPr>
        <p:sp>
          <p:nvSpPr>
            <p:cNvPr id="5" name="矩形 4"/>
            <p:cNvSpPr/>
            <p:nvPr userDrawn="1">
              <p:custDataLst>
                <p:tags r:id="rId2"/>
              </p:custDataLst>
            </p:nvPr>
          </p:nvSpPr>
          <p:spPr>
            <a:xfrm>
              <a:off x="11522" y="1262"/>
              <a:ext cx="1864" cy="1864"/>
            </a:xfrm>
            <a:prstGeom prst="rect">
              <a:avLst/>
            </a:prstGeom>
            <a:solidFill>
              <a:srgbClr val="004EA2"/>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anchor="ctr"/>
            <a:lstStyle/>
            <a:p>
              <a:pPr algn="ctr" fontAlgn="auto"/>
              <a:endParaRPr lang="zh-CN" altLang="en-US" noProof="1"/>
            </a:p>
          </p:txBody>
        </p:sp>
        <p:pic>
          <p:nvPicPr>
            <p:cNvPr id="7" name="图片 7"/>
            <p:cNvPicPr>
              <a:picLocks noGrp="1" noChangeAspect="1" noChangeArrowheads="1"/>
            </p:cNvPicPr>
            <p:nvPr>
              <p:custDataLst>
                <p:tags r:id="rId3"/>
              </p:custDataLst>
            </p:nvPr>
          </p:nvPicPr>
          <p:blipFill>
            <a:blip r:embed="rId4">
              <a:extLst>
                <a:ext uri="{28A0092B-C50C-407E-A947-70E740481C1C}">
                  <a14:useLocalDpi xmlns:a14="http://schemas.microsoft.com/office/drawing/2010/main" val="0"/>
                </a:ext>
              </a:extLst>
            </a:blip>
            <a:srcRect/>
            <a:stretch>
              <a:fillRect/>
            </a:stretch>
          </p:blipFill>
          <p:spPr bwMode="auto">
            <a:xfrm>
              <a:off x="11750" y="1490"/>
              <a:ext cx="1408" cy="1408"/>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文本框 1"/>
          <p:cNvSpPr txBox="1"/>
          <p:nvPr/>
        </p:nvSpPr>
        <p:spPr>
          <a:xfrm>
            <a:off x="1222374" y="502085"/>
            <a:ext cx="879891" cy="460375"/>
          </a:xfrm>
          <a:prstGeom prst="rect">
            <a:avLst/>
          </a:prstGeom>
          <a:noFill/>
        </p:spPr>
        <p:txBody>
          <a:bodyPr wrap="square">
            <a:spAutoFit/>
          </a:bodyPr>
          <a:lstStyle>
            <a:defPPr>
              <a:defRPr lang="zh-CN"/>
            </a:defPPr>
            <a:lvl1pPr>
              <a:defRPr sz="15000">
                <a:gradFill flip="none" rotWithShape="1">
                  <a:gsLst>
                    <a:gs pos="23000">
                      <a:srgbClr val="C0DBD2"/>
                    </a:gs>
                    <a:gs pos="86239">
                      <a:srgbClr val="A6CFC9"/>
                    </a:gs>
                    <a:gs pos="47000">
                      <a:srgbClr val="7AA99E"/>
                    </a:gs>
                  </a:gsLst>
                  <a:lin ang="2700000" scaled="1"/>
                  <a:tileRect/>
                </a:gradFill>
                <a:latin typeface="Aa武道家" pitchFamily="18" charset="-122"/>
                <a:ea typeface="Aa武道家" pitchFamily="18" charset="-122"/>
              </a:defRPr>
            </a:lvl1pPr>
          </a:lstStyle>
          <a:p>
            <a:pPr eaLnBrk="1" fontAlgn="auto" hangingPunct="1">
              <a:defRPr/>
            </a:pPr>
            <a:r>
              <a:rPr lang="en-US" altLang="zh-CN" sz="2400" b="1" kern="0" noProof="1">
                <a:solidFill>
                  <a:srgbClr val="004EA2"/>
                </a:solidFill>
                <a:latin typeface="Arial" panose="020B0604020202020204" pitchFamily="34" charset="0"/>
                <a:ea typeface="微软雅黑" panose="020B0503020204020204" charset="-122"/>
                <a:cs typeface="Arial" panose="020B0604020202020204" pitchFamily="34" charset="0"/>
                <a:sym typeface="Arial" panose="020B0604020202020204" pitchFamily="34" charset="0"/>
              </a:rPr>
              <a:t>2.2</a:t>
            </a:r>
            <a:r>
              <a:rPr lang="en-US" altLang="zh-CN" sz="2400" b="1" kern="0" noProof="1">
                <a:solidFill>
                  <a:srgbClr val="004EA2"/>
                </a:solidFill>
                <a:latin typeface="微软雅黑" panose="020B0503020204020204" charset="-122"/>
                <a:ea typeface="微软雅黑" panose="020B0503020204020204" charset="-122"/>
                <a:sym typeface="Arial" panose="020B0604020202020204" pitchFamily="34" charset="0"/>
              </a:rPr>
              <a:t> </a:t>
            </a:r>
            <a:endParaRPr lang="en-US" altLang="zh-CN" sz="2400" b="1" kern="0" noProof="1">
              <a:solidFill>
                <a:srgbClr val="004EA2"/>
              </a:solidFill>
              <a:latin typeface="微软雅黑" panose="020B0503020204020204" charset="-122"/>
              <a:ea typeface="微软雅黑" panose="020B0503020204020204" charset="-122"/>
              <a:sym typeface="Arial" panose="020B0604020202020204" pitchFamily="34" charset="0"/>
            </a:endParaRPr>
          </a:p>
        </p:txBody>
      </p:sp>
      <p:sp>
        <p:nvSpPr>
          <p:cNvPr id="6" name="矩形 8"/>
          <p:cNvSpPr/>
          <p:nvPr/>
        </p:nvSpPr>
        <p:spPr bwMode="auto">
          <a:xfrm>
            <a:off x="2160000" y="470242"/>
            <a:ext cx="5051425" cy="534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20000"/>
              </a:lnSpc>
            </a:pPr>
            <a:r>
              <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rPr>
              <a:t>列表页</a:t>
            </a:r>
            <a:r>
              <a:rPr lang="en-US" altLang="zh-CN"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rPr>
              <a:t>-</a:t>
            </a:r>
            <a:r>
              <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rPr>
              <a:t>空状态</a:t>
            </a:r>
            <a:endPar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endParaRPr>
          </a:p>
        </p:txBody>
      </p:sp>
      <p:sp>
        <p:nvSpPr>
          <p:cNvPr id="3" name="矩形 11"/>
          <p:cNvSpPr/>
          <p:nvPr/>
        </p:nvSpPr>
        <p:spPr bwMode="auto">
          <a:xfrm>
            <a:off x="2160441" y="99159"/>
            <a:ext cx="2175299" cy="430374"/>
          </a:xfrm>
          <a:prstGeom prst="rect">
            <a:avLst/>
          </a:prstGeom>
          <a:grp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pPr>
            <a:r>
              <a:rPr kumimoji="0" lang="zh-CN" altLang="en-US" sz="2000" b="1" i="0" u="none" strike="noStrike" kern="0" cap="none" spc="0" normalizeH="0" baseline="0" noProof="0" dirty="0">
                <a:ln>
                  <a:noFill/>
                </a:ln>
                <a:solidFill>
                  <a:srgbClr val="FFFFFF">
                    <a:lumMod val="65000"/>
                  </a:srgbClr>
                </a:solidFill>
                <a:effectLst/>
                <a:uLnTx/>
                <a:uFillTx/>
                <a:latin typeface="微软雅黑" panose="020B0503020204020204" charset="-122"/>
                <a:ea typeface="微软雅黑" panose="020B0503020204020204" charset="-122"/>
                <a:cs typeface="微软雅黑" panose="020B0503020204020204" charset="-122"/>
              </a:rPr>
              <a:t>典型界面要求</a:t>
            </a:r>
            <a:endParaRPr kumimoji="0" lang="zh-CN" altLang="en-US" sz="2000" b="1" i="0" u="none" strike="noStrike" kern="0" cap="none" spc="0" normalizeH="0" baseline="0" noProof="0" dirty="0">
              <a:ln>
                <a:noFill/>
              </a:ln>
              <a:solidFill>
                <a:srgbClr val="FFFFFF">
                  <a:lumMod val="65000"/>
                </a:srgbClr>
              </a:solidFill>
              <a:effectLst/>
              <a:uLnTx/>
              <a:uFillTx/>
              <a:latin typeface="微软雅黑" panose="020B0503020204020204" charset="-122"/>
              <a:ea typeface="微软雅黑" panose="020B0503020204020204" charset="-122"/>
              <a:cs typeface="微软雅黑" panose="020B0503020204020204" charset="-122"/>
            </a:endParaRPr>
          </a:p>
        </p:txBody>
      </p:sp>
      <p:grpSp>
        <p:nvGrpSpPr>
          <p:cNvPr id="9" name="组合 8"/>
          <p:cNvGrpSpPr/>
          <p:nvPr/>
        </p:nvGrpSpPr>
        <p:grpSpPr>
          <a:xfrm>
            <a:off x="6567714" y="4601029"/>
            <a:ext cx="3263174" cy="1423126"/>
            <a:chOff x="2951" y="6597"/>
            <a:chExt cx="4938" cy="2841"/>
          </a:xfrm>
        </p:grpSpPr>
        <p:cxnSp>
          <p:nvCxnSpPr>
            <p:cNvPr id="10" name="连接符: 曲线 48"/>
            <p:cNvCxnSpPr>
              <a:endCxn id="11" idx="1"/>
            </p:cNvCxnSpPr>
            <p:nvPr/>
          </p:nvCxnSpPr>
          <p:spPr>
            <a:xfrm>
              <a:off x="2951" y="6597"/>
              <a:ext cx="2632" cy="1703"/>
            </a:xfrm>
            <a:prstGeom prst="curvedConnector3">
              <a:avLst>
                <a:gd name="adj1" fmla="val 50000"/>
              </a:avLst>
            </a:prstGeom>
            <a:ln w="19050" cap="flat" cmpd="sng" algn="ctr">
              <a:solidFill>
                <a:schemeClr val="accent2"/>
              </a:solidFill>
              <a:prstDash val="dash"/>
              <a:round/>
              <a:headEnd type="oval" w="lg" len="lg"/>
              <a:tailEnd type="triangle" w="lg" len="lg"/>
            </a:ln>
          </p:spPr>
          <p:style>
            <a:lnRef idx="0">
              <a:scrgbClr r="0" g="0" b="0"/>
            </a:lnRef>
            <a:fillRef idx="0">
              <a:scrgbClr r="0" g="0" b="0"/>
            </a:fillRef>
            <a:effectRef idx="0">
              <a:scrgbClr r="0" g="0" b="0"/>
            </a:effectRef>
            <a:fontRef idx="minor">
              <a:schemeClr val="tx1"/>
            </a:fontRef>
          </p:style>
        </p:cxnSp>
        <p:sp>
          <p:nvSpPr>
            <p:cNvPr id="11" name="文本框 10"/>
            <p:cNvSpPr txBox="1"/>
            <p:nvPr>
              <p:custDataLst>
                <p:tags r:id="rId5"/>
              </p:custDataLst>
            </p:nvPr>
          </p:nvSpPr>
          <p:spPr>
            <a:xfrm>
              <a:off x="5583" y="7162"/>
              <a:ext cx="2306" cy="2276"/>
            </a:xfrm>
            <a:prstGeom prst="rect">
              <a:avLst/>
            </a:prstGeom>
            <a:noFill/>
          </p:spPr>
          <p:txBody>
            <a:bodyPr wrap="square" rtlCol="0">
              <a:noAutofit/>
            </a:bodyPr>
            <a:lstStyle/>
            <a:p>
              <a:pPr marL="171450" indent="-171450">
                <a:lnSpc>
                  <a:spcPct val="150000"/>
                </a:lnSpc>
                <a:buFont typeface="Arial" panose="020B0604020202020204" pitchFamily="34" charset="0"/>
                <a:buChar char="•"/>
              </a:pPr>
              <a:r>
                <a:rPr lang="zh-CN" altLang="en-US" sz="1200" b="1" dirty="0">
                  <a:solidFill>
                    <a:srgbClr val="EE822F"/>
                  </a:solidFill>
                  <a:latin typeface="微软雅黑" panose="020B0503020204020204" charset="-122"/>
                  <a:ea typeface="微软雅黑" panose="020B0503020204020204" charset="-122"/>
                </a:rPr>
                <a:t>页面缺省页</a:t>
              </a:r>
              <a:endParaRPr lang="en-US" altLang="zh-CN" sz="1200" b="1" dirty="0">
                <a:solidFill>
                  <a:srgbClr val="EE822F"/>
                </a:solidFill>
                <a:latin typeface="微软雅黑" panose="020B0503020204020204" charset="-122"/>
                <a:ea typeface="微软雅黑" panose="020B0503020204020204" charset="-122"/>
              </a:endParaRPr>
            </a:p>
            <a:p>
              <a:pPr marL="171450" indent="-171450">
                <a:lnSpc>
                  <a:spcPct val="150000"/>
                </a:lnSpc>
                <a:buFont typeface="Arial" panose="020B0604020202020204" pitchFamily="34" charset="0"/>
                <a:buChar char="•"/>
              </a:pPr>
              <a:r>
                <a:rPr lang="zh-CN" altLang="en-US" sz="1000" dirty="0">
                  <a:solidFill>
                    <a:schemeClr val="tx1">
                      <a:lumMod val="50000"/>
                      <a:lumOff val="50000"/>
                    </a:schemeClr>
                  </a:solidFill>
                  <a:latin typeface="微软雅黑" panose="020B0503020204020204" charset="-122"/>
                  <a:ea typeface="微软雅黑" panose="020B0503020204020204" charset="-122"/>
                </a:rPr>
                <a:t>因网络状态，或个人权限导致无数据，筛选条件过严格，业务状态限制，或前端渲染异常等，会出现该状态页面</a:t>
              </a:r>
              <a:endParaRPr lang="zh-CN" sz="1000" dirty="0">
                <a:solidFill>
                  <a:schemeClr val="tx1">
                    <a:lumMod val="50000"/>
                    <a:lumOff val="50000"/>
                  </a:schemeClr>
                </a:solidFill>
                <a:latin typeface="微软雅黑" panose="020B0503020204020204" charset="-122"/>
                <a:ea typeface="微软雅黑" panose="020B0503020204020204" charset="-122"/>
              </a:endParaRPr>
            </a:p>
          </p:txBody>
        </p:sp>
      </p:gr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1"/>
          <p:cNvGrpSpPr/>
          <p:nvPr/>
        </p:nvGrpSpPr>
        <p:grpSpPr bwMode="auto">
          <a:xfrm>
            <a:off x="10701338" y="0"/>
            <a:ext cx="766762" cy="766763"/>
            <a:chOff x="11522" y="1262"/>
            <a:chExt cx="1864" cy="1864"/>
          </a:xfrm>
        </p:grpSpPr>
        <p:sp>
          <p:nvSpPr>
            <p:cNvPr id="5" name="矩形 4"/>
            <p:cNvSpPr/>
            <p:nvPr userDrawn="1">
              <p:custDataLst>
                <p:tags r:id="rId1"/>
              </p:custDataLst>
            </p:nvPr>
          </p:nvSpPr>
          <p:spPr>
            <a:xfrm>
              <a:off x="11522" y="1262"/>
              <a:ext cx="1864" cy="1864"/>
            </a:xfrm>
            <a:prstGeom prst="rect">
              <a:avLst/>
            </a:prstGeom>
            <a:solidFill>
              <a:srgbClr val="004EA2"/>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anchor="ctr"/>
            <a:lstStyle/>
            <a:p>
              <a:pPr algn="ctr" fontAlgn="auto"/>
              <a:endParaRPr lang="zh-CN" altLang="en-US" noProof="1"/>
            </a:p>
          </p:txBody>
        </p:sp>
        <p:pic>
          <p:nvPicPr>
            <p:cNvPr id="7" name="图片 7"/>
            <p:cNvPicPr>
              <a:picLocks noGrp="1" noChangeAspect="1" noChangeArrowheads="1"/>
            </p:cNvPicPr>
            <p:nvPr>
              <p:custDataLst>
                <p:tags r:id="rId2"/>
              </p:custDataLst>
            </p:nvPr>
          </p:nvPicPr>
          <p:blipFill>
            <a:blip r:embed="rId3">
              <a:extLst>
                <a:ext uri="{28A0092B-C50C-407E-A947-70E740481C1C}">
                  <a14:useLocalDpi xmlns:a14="http://schemas.microsoft.com/office/drawing/2010/main" val="0"/>
                </a:ext>
              </a:extLst>
            </a:blip>
            <a:srcRect/>
            <a:stretch>
              <a:fillRect/>
            </a:stretch>
          </p:blipFill>
          <p:spPr bwMode="auto">
            <a:xfrm>
              <a:off x="11750" y="1490"/>
              <a:ext cx="1408" cy="1408"/>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文本框 1"/>
          <p:cNvSpPr txBox="1"/>
          <p:nvPr/>
        </p:nvSpPr>
        <p:spPr>
          <a:xfrm>
            <a:off x="1222374" y="502085"/>
            <a:ext cx="879891" cy="460375"/>
          </a:xfrm>
          <a:prstGeom prst="rect">
            <a:avLst/>
          </a:prstGeom>
          <a:noFill/>
        </p:spPr>
        <p:txBody>
          <a:bodyPr wrap="square">
            <a:spAutoFit/>
          </a:bodyPr>
          <a:lstStyle>
            <a:defPPr>
              <a:defRPr lang="zh-CN"/>
            </a:defPPr>
            <a:lvl1pPr>
              <a:defRPr sz="15000">
                <a:gradFill flip="none" rotWithShape="1">
                  <a:gsLst>
                    <a:gs pos="23000">
                      <a:srgbClr val="C0DBD2"/>
                    </a:gs>
                    <a:gs pos="86239">
                      <a:srgbClr val="A6CFC9"/>
                    </a:gs>
                    <a:gs pos="47000">
                      <a:srgbClr val="7AA99E"/>
                    </a:gs>
                  </a:gsLst>
                  <a:lin ang="2700000" scaled="1"/>
                  <a:tileRect/>
                </a:gradFill>
                <a:latin typeface="Aa武道家" pitchFamily="18" charset="-122"/>
                <a:ea typeface="Aa武道家" pitchFamily="18" charset="-122"/>
              </a:defRPr>
            </a:lvl1pPr>
          </a:lstStyle>
          <a:p>
            <a:pPr eaLnBrk="1" fontAlgn="auto" hangingPunct="1">
              <a:defRPr/>
            </a:pPr>
            <a:r>
              <a:rPr lang="en-US" altLang="zh-CN" sz="2400" b="1" kern="0" noProof="1">
                <a:solidFill>
                  <a:srgbClr val="004EA2"/>
                </a:solidFill>
                <a:latin typeface="Arial" panose="020B0604020202020204" pitchFamily="34" charset="0"/>
                <a:ea typeface="微软雅黑" panose="020B0503020204020204" charset="-122"/>
                <a:cs typeface="Arial" panose="020B0604020202020204" pitchFamily="34" charset="0"/>
                <a:sym typeface="Arial" panose="020B0604020202020204" pitchFamily="34" charset="0"/>
              </a:rPr>
              <a:t>2.2</a:t>
            </a:r>
            <a:r>
              <a:rPr lang="en-US" altLang="zh-CN" sz="2400" b="1" kern="0" noProof="1">
                <a:solidFill>
                  <a:srgbClr val="004EA2"/>
                </a:solidFill>
                <a:latin typeface="微软雅黑" panose="020B0503020204020204" charset="-122"/>
                <a:ea typeface="微软雅黑" panose="020B0503020204020204" charset="-122"/>
                <a:sym typeface="Arial" panose="020B0604020202020204" pitchFamily="34" charset="0"/>
              </a:rPr>
              <a:t> </a:t>
            </a:r>
            <a:endParaRPr lang="en-US" altLang="zh-CN" sz="2400" b="1" kern="0" noProof="1">
              <a:solidFill>
                <a:srgbClr val="004EA2"/>
              </a:solidFill>
              <a:latin typeface="微软雅黑" panose="020B0503020204020204" charset="-122"/>
              <a:ea typeface="微软雅黑" panose="020B0503020204020204" charset="-122"/>
              <a:sym typeface="Arial" panose="020B0604020202020204" pitchFamily="34" charset="0"/>
            </a:endParaRPr>
          </a:p>
        </p:txBody>
      </p:sp>
      <p:sp>
        <p:nvSpPr>
          <p:cNvPr id="6" name="矩形 8"/>
          <p:cNvSpPr/>
          <p:nvPr/>
        </p:nvSpPr>
        <p:spPr bwMode="auto">
          <a:xfrm>
            <a:off x="2160000" y="470242"/>
            <a:ext cx="5051425" cy="497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20000"/>
              </a:lnSpc>
            </a:pPr>
            <a:r>
              <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rPr>
              <a:t>列表页</a:t>
            </a:r>
            <a:r>
              <a:rPr lang="en-US" altLang="zh-CN"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rPr>
              <a:t>-</a:t>
            </a:r>
            <a:r>
              <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rPr>
              <a:t>英文</a:t>
            </a:r>
            <a:endPar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endParaRPr>
          </a:p>
        </p:txBody>
      </p:sp>
      <p:sp>
        <p:nvSpPr>
          <p:cNvPr id="3" name="矩形 11"/>
          <p:cNvSpPr/>
          <p:nvPr/>
        </p:nvSpPr>
        <p:spPr bwMode="auto">
          <a:xfrm>
            <a:off x="2160441" y="99159"/>
            <a:ext cx="2175299" cy="430374"/>
          </a:xfrm>
          <a:prstGeom prst="rect">
            <a:avLst/>
          </a:prstGeom>
          <a:grp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pPr>
            <a:r>
              <a:rPr kumimoji="0" lang="zh-CN" altLang="en-US" sz="2000" b="1" i="0" u="none" strike="noStrike" kern="0" cap="none" spc="0" normalizeH="0" baseline="0" noProof="0" dirty="0">
                <a:ln>
                  <a:noFill/>
                </a:ln>
                <a:solidFill>
                  <a:srgbClr val="FFFFFF">
                    <a:lumMod val="65000"/>
                  </a:srgbClr>
                </a:solidFill>
                <a:effectLst/>
                <a:uLnTx/>
                <a:uFillTx/>
                <a:latin typeface="微软雅黑" panose="020B0503020204020204" charset="-122"/>
                <a:ea typeface="微软雅黑" panose="020B0503020204020204" charset="-122"/>
                <a:cs typeface="微软雅黑" panose="020B0503020204020204" charset="-122"/>
              </a:rPr>
              <a:t>典型界面要求</a:t>
            </a:r>
            <a:endParaRPr kumimoji="0" lang="zh-CN" altLang="en-US" sz="2000" b="1" i="0" u="none" strike="noStrike" kern="0" cap="none" spc="0" normalizeH="0" baseline="0" noProof="0" dirty="0">
              <a:ln>
                <a:noFill/>
              </a:ln>
              <a:solidFill>
                <a:srgbClr val="FFFFFF">
                  <a:lumMod val="65000"/>
                </a:srgbClr>
              </a:solidFill>
              <a:effectLst/>
              <a:uLnTx/>
              <a:uFillTx/>
              <a:latin typeface="微软雅黑" panose="020B0503020204020204" charset="-122"/>
              <a:ea typeface="微软雅黑" panose="020B0503020204020204" charset="-122"/>
              <a:cs typeface="微软雅黑" panose="020B0503020204020204" charset="-122"/>
            </a:endParaRPr>
          </a:p>
        </p:txBody>
      </p:sp>
      <p:pic>
        <p:nvPicPr>
          <p:cNvPr id="9" name="图片 8"/>
          <p:cNvPicPr/>
          <p:nvPr/>
        </p:nvPicPr>
        <p:blipFill>
          <a:blip r:embed="rId4"/>
          <a:stretch>
            <a:fillRect/>
          </a:stretch>
        </p:blipFill>
        <p:spPr>
          <a:xfrm>
            <a:off x="891238" y="1044058"/>
            <a:ext cx="10236878" cy="5760000"/>
          </a:xfrm>
          <a:prstGeom prst="rect">
            <a:avLst/>
          </a:prstGeom>
          <a:ln w="0">
            <a:noFill/>
          </a:ln>
          <a:effectLst>
            <a:outerShdw blurRad="50800" dist="38100" dir="2700000" algn="tl" rotWithShape="0">
              <a:prstClr val="black">
                <a:alpha val="10000"/>
              </a:prstClr>
            </a:outerShdw>
          </a:effectLst>
        </p:spPr>
      </p:pic>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1"/>
          <p:cNvGrpSpPr/>
          <p:nvPr/>
        </p:nvGrpSpPr>
        <p:grpSpPr bwMode="auto">
          <a:xfrm>
            <a:off x="10701338" y="0"/>
            <a:ext cx="766762" cy="766763"/>
            <a:chOff x="11522" y="1262"/>
            <a:chExt cx="1864" cy="1864"/>
          </a:xfrm>
        </p:grpSpPr>
        <p:sp>
          <p:nvSpPr>
            <p:cNvPr id="5" name="矩形 4"/>
            <p:cNvSpPr/>
            <p:nvPr userDrawn="1">
              <p:custDataLst>
                <p:tags r:id="rId1"/>
              </p:custDataLst>
            </p:nvPr>
          </p:nvSpPr>
          <p:spPr>
            <a:xfrm>
              <a:off x="11522" y="1262"/>
              <a:ext cx="1864" cy="1864"/>
            </a:xfrm>
            <a:prstGeom prst="rect">
              <a:avLst/>
            </a:prstGeom>
            <a:solidFill>
              <a:srgbClr val="004EA2"/>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anchor="ctr"/>
            <a:lstStyle/>
            <a:p>
              <a:pPr algn="ctr" fontAlgn="auto"/>
              <a:endParaRPr lang="zh-CN" altLang="en-US" noProof="1"/>
            </a:p>
          </p:txBody>
        </p:sp>
        <p:pic>
          <p:nvPicPr>
            <p:cNvPr id="7" name="图片 7"/>
            <p:cNvPicPr>
              <a:picLocks noGrp="1" noChangeAspect="1" noChangeArrowheads="1"/>
            </p:cNvPicPr>
            <p:nvPr>
              <p:custDataLst>
                <p:tags r:id="rId2"/>
              </p:custDataLst>
            </p:nvPr>
          </p:nvPicPr>
          <p:blipFill>
            <a:blip r:embed="rId3">
              <a:extLst>
                <a:ext uri="{28A0092B-C50C-407E-A947-70E740481C1C}">
                  <a14:useLocalDpi xmlns:a14="http://schemas.microsoft.com/office/drawing/2010/main" val="0"/>
                </a:ext>
              </a:extLst>
            </a:blip>
            <a:srcRect/>
            <a:stretch>
              <a:fillRect/>
            </a:stretch>
          </p:blipFill>
          <p:spPr bwMode="auto">
            <a:xfrm>
              <a:off x="11750" y="1490"/>
              <a:ext cx="1408" cy="1408"/>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文本框 1"/>
          <p:cNvSpPr txBox="1"/>
          <p:nvPr/>
        </p:nvSpPr>
        <p:spPr>
          <a:xfrm>
            <a:off x="1222374" y="502085"/>
            <a:ext cx="879891" cy="460375"/>
          </a:xfrm>
          <a:prstGeom prst="rect">
            <a:avLst/>
          </a:prstGeom>
          <a:noFill/>
        </p:spPr>
        <p:txBody>
          <a:bodyPr wrap="square">
            <a:spAutoFit/>
          </a:bodyPr>
          <a:lstStyle>
            <a:defPPr>
              <a:defRPr lang="zh-CN"/>
            </a:defPPr>
            <a:lvl1pPr>
              <a:defRPr sz="15000">
                <a:gradFill flip="none" rotWithShape="1">
                  <a:gsLst>
                    <a:gs pos="23000">
                      <a:srgbClr val="C0DBD2"/>
                    </a:gs>
                    <a:gs pos="86239">
                      <a:srgbClr val="A6CFC9"/>
                    </a:gs>
                    <a:gs pos="47000">
                      <a:srgbClr val="7AA99E"/>
                    </a:gs>
                  </a:gsLst>
                  <a:lin ang="2700000" scaled="1"/>
                  <a:tileRect/>
                </a:gradFill>
                <a:latin typeface="Aa武道家" pitchFamily="18" charset="-122"/>
                <a:ea typeface="Aa武道家" pitchFamily="18" charset="-122"/>
              </a:defRPr>
            </a:lvl1pPr>
          </a:lstStyle>
          <a:p>
            <a:pPr eaLnBrk="1" fontAlgn="auto" hangingPunct="1">
              <a:defRPr/>
            </a:pPr>
            <a:r>
              <a:rPr lang="en-US" altLang="zh-CN" sz="2400" b="1" kern="0" noProof="1">
                <a:solidFill>
                  <a:srgbClr val="004EA2"/>
                </a:solidFill>
                <a:latin typeface="Arial" panose="020B0604020202020204" pitchFamily="34" charset="0"/>
                <a:ea typeface="微软雅黑" panose="020B0503020204020204" charset="-122"/>
                <a:cs typeface="Arial" panose="020B0604020202020204" pitchFamily="34" charset="0"/>
                <a:sym typeface="Arial" panose="020B0604020202020204" pitchFamily="34" charset="0"/>
              </a:rPr>
              <a:t>2.3</a:t>
            </a:r>
            <a:r>
              <a:rPr lang="en-US" altLang="zh-CN" sz="2400" b="1" kern="0" noProof="1">
                <a:solidFill>
                  <a:srgbClr val="004EA2"/>
                </a:solidFill>
                <a:latin typeface="微软雅黑" panose="020B0503020204020204" charset="-122"/>
                <a:ea typeface="微软雅黑" panose="020B0503020204020204" charset="-122"/>
                <a:sym typeface="Arial" panose="020B0604020202020204" pitchFamily="34" charset="0"/>
              </a:rPr>
              <a:t> </a:t>
            </a:r>
            <a:endParaRPr lang="en-US" altLang="zh-CN" sz="2400" b="1" kern="0" noProof="1">
              <a:solidFill>
                <a:srgbClr val="004EA2"/>
              </a:solidFill>
              <a:latin typeface="微软雅黑" panose="020B0503020204020204" charset="-122"/>
              <a:ea typeface="微软雅黑" panose="020B0503020204020204" charset="-122"/>
              <a:sym typeface="Arial" panose="020B0604020202020204" pitchFamily="34" charset="0"/>
            </a:endParaRPr>
          </a:p>
        </p:txBody>
      </p:sp>
      <p:sp>
        <p:nvSpPr>
          <p:cNvPr id="6" name="矩形 8"/>
          <p:cNvSpPr/>
          <p:nvPr/>
        </p:nvSpPr>
        <p:spPr bwMode="auto">
          <a:xfrm>
            <a:off x="2160000" y="470242"/>
            <a:ext cx="5051425" cy="497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20000"/>
              </a:lnSpc>
            </a:pPr>
            <a:r>
              <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rPr>
              <a:t>表单页</a:t>
            </a:r>
            <a:r>
              <a:rPr lang="en-US" altLang="zh-CN"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rPr>
              <a:t>-</a:t>
            </a:r>
            <a:r>
              <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rPr>
              <a:t>交互样式</a:t>
            </a:r>
            <a:endPar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endParaRPr>
          </a:p>
        </p:txBody>
      </p:sp>
      <p:sp>
        <p:nvSpPr>
          <p:cNvPr id="3" name="矩形 11"/>
          <p:cNvSpPr/>
          <p:nvPr/>
        </p:nvSpPr>
        <p:spPr bwMode="auto">
          <a:xfrm>
            <a:off x="2160441" y="99159"/>
            <a:ext cx="2175299" cy="430374"/>
          </a:xfrm>
          <a:prstGeom prst="rect">
            <a:avLst/>
          </a:prstGeom>
          <a:grp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pPr>
            <a:r>
              <a:rPr kumimoji="0" lang="zh-CN" altLang="en-US" sz="2000" b="1" i="0" u="none" strike="noStrike" kern="0" cap="none" spc="0" normalizeH="0" baseline="0" noProof="0" dirty="0">
                <a:ln>
                  <a:noFill/>
                </a:ln>
                <a:solidFill>
                  <a:srgbClr val="FFFFFF">
                    <a:lumMod val="65000"/>
                  </a:srgbClr>
                </a:solidFill>
                <a:effectLst/>
                <a:uLnTx/>
                <a:uFillTx/>
                <a:latin typeface="微软雅黑" panose="020B0503020204020204" charset="-122"/>
                <a:ea typeface="微软雅黑" panose="020B0503020204020204" charset="-122"/>
                <a:cs typeface="微软雅黑" panose="020B0503020204020204" charset="-122"/>
              </a:rPr>
              <a:t>典型界面要求</a:t>
            </a:r>
            <a:endParaRPr kumimoji="0" lang="zh-CN" altLang="en-US" sz="2000" b="1" i="0" u="none" strike="noStrike" kern="0" cap="none" spc="0" normalizeH="0" baseline="0" noProof="0" dirty="0">
              <a:ln>
                <a:noFill/>
              </a:ln>
              <a:solidFill>
                <a:srgbClr val="FFFFFF">
                  <a:lumMod val="65000"/>
                </a:srgbClr>
              </a:solidFill>
              <a:effectLst/>
              <a:uLnTx/>
              <a:uFillTx/>
              <a:latin typeface="微软雅黑" panose="020B0503020204020204" charset="-122"/>
              <a:ea typeface="微软雅黑" panose="020B0503020204020204" charset="-122"/>
              <a:cs typeface="微软雅黑" panose="020B0503020204020204" charset="-122"/>
            </a:endParaRPr>
          </a:p>
        </p:txBody>
      </p:sp>
      <p:pic>
        <p:nvPicPr>
          <p:cNvPr id="10" name="图片 9"/>
          <p:cNvPicPr/>
          <p:nvPr/>
        </p:nvPicPr>
        <p:blipFill>
          <a:blip r:embed="rId4"/>
          <a:srcRect b="51714"/>
          <a:stretch>
            <a:fillRect/>
          </a:stretch>
        </p:blipFill>
        <p:spPr>
          <a:xfrm>
            <a:off x="3087610" y="1663596"/>
            <a:ext cx="7295238" cy="1237050"/>
          </a:xfrm>
          <a:prstGeom prst="rect">
            <a:avLst/>
          </a:prstGeom>
        </p:spPr>
      </p:pic>
      <p:sp>
        <p:nvSpPr>
          <p:cNvPr id="9" name="文本框 8"/>
          <p:cNvSpPr txBox="1"/>
          <p:nvPr/>
        </p:nvSpPr>
        <p:spPr>
          <a:xfrm>
            <a:off x="1038093" y="2900646"/>
            <a:ext cx="9876731" cy="2415405"/>
          </a:xfrm>
          <a:prstGeom prst="rect">
            <a:avLst/>
          </a:prstGeom>
          <a:noFill/>
        </p:spPr>
        <p:txBody>
          <a:bodyPr wrap="square" rtlCol="0">
            <a:spAutoFit/>
          </a:bodyPr>
          <a:lstStyle/>
          <a:p>
            <a:pPr marL="285750" lvl="0" indent="-285750" eaLnBrk="0" hangingPunct="0">
              <a:lnSpc>
                <a:spcPct val="200000"/>
              </a:lnSpc>
              <a:buFont typeface="Wingdings" panose="05000000000000000000" pitchFamily="2" charset="2"/>
              <a:buChar char="l"/>
            </a:pPr>
            <a:r>
              <a:rPr lang="en-US" altLang="zh-CN" sz="2000" dirty="0">
                <a:solidFill>
                  <a:srgbClr val="000000"/>
                </a:solidFill>
                <a:latin typeface="Arial" panose="020B0604020202020204" pitchFamily="34" charset="0"/>
                <a:ea typeface="ui-sans-serif"/>
              </a:rPr>
              <a:t> </a:t>
            </a:r>
            <a:r>
              <a:rPr lang="zh-CN" altLang="zh-CN" sz="2000" dirty="0">
                <a:solidFill>
                  <a:srgbClr val="000000"/>
                </a:solidFill>
                <a:latin typeface="Arial" panose="020B0604020202020204" pitchFamily="34" charset="0"/>
                <a:ea typeface="ui-sans-serif"/>
              </a:rPr>
              <a:t>当信息复杂度低</a:t>
            </a:r>
            <a:r>
              <a:rPr lang="zh-CN" altLang="en-US" sz="2000" dirty="0">
                <a:solidFill>
                  <a:srgbClr val="000000"/>
                </a:solidFill>
                <a:latin typeface="Arial" panose="020B0604020202020204" pitchFamily="34" charset="0"/>
                <a:ea typeface="ui-sans-serif"/>
              </a:rPr>
              <a:t>（不超过</a:t>
            </a:r>
            <a:r>
              <a:rPr lang="en-US" altLang="zh-CN" sz="2000" dirty="0">
                <a:solidFill>
                  <a:srgbClr val="000000"/>
                </a:solidFill>
                <a:latin typeface="Arial" panose="020B0604020202020204" pitchFamily="34" charset="0"/>
                <a:ea typeface="ui-sans-serif"/>
              </a:rPr>
              <a:t>10</a:t>
            </a:r>
            <a:r>
              <a:rPr lang="zh-CN" altLang="en-US" sz="2000" dirty="0">
                <a:solidFill>
                  <a:srgbClr val="000000"/>
                </a:solidFill>
                <a:latin typeface="Arial" panose="020B0604020202020204" pitchFamily="34" charset="0"/>
                <a:ea typeface="ui-sans-serif"/>
              </a:rPr>
              <a:t>个字段）</a:t>
            </a:r>
            <a:r>
              <a:rPr lang="zh-CN" altLang="zh-CN" sz="2000" dirty="0">
                <a:solidFill>
                  <a:srgbClr val="000000"/>
                </a:solidFill>
                <a:latin typeface="Arial" panose="020B0604020202020204" pitchFamily="34" charset="0"/>
                <a:ea typeface="ui-sans-serif"/>
              </a:rPr>
              <a:t>，我们可以选择</a:t>
            </a:r>
            <a:r>
              <a:rPr lang="zh-CN" altLang="zh-CN" sz="2000" b="1" dirty="0">
                <a:solidFill>
                  <a:srgbClr val="000000"/>
                </a:solidFill>
                <a:latin typeface="Arial" panose="020B0604020202020204" pitchFamily="34" charset="0"/>
                <a:ea typeface="ui-sans-serif"/>
              </a:rPr>
              <a:t>弹窗</a:t>
            </a:r>
            <a:r>
              <a:rPr lang="zh-CN" altLang="zh-CN" sz="2000" dirty="0">
                <a:solidFill>
                  <a:srgbClr val="000000"/>
                </a:solidFill>
                <a:latin typeface="Arial" panose="020B0604020202020204" pitchFamily="34" charset="0"/>
                <a:ea typeface="ui-sans-serif"/>
              </a:rPr>
              <a:t>的交互方式</a:t>
            </a:r>
            <a:endParaRPr lang="zh-CN" altLang="zh-CN" sz="2000" dirty="0">
              <a:solidFill>
                <a:srgbClr val="000000"/>
              </a:solidFill>
              <a:latin typeface="Arial" panose="020B0604020202020204" pitchFamily="34" charset="0"/>
              <a:ea typeface="ui-sans-serif"/>
            </a:endParaRPr>
          </a:p>
          <a:p>
            <a:pPr marL="285750" lvl="0" indent="-285750" eaLnBrk="0" hangingPunct="0">
              <a:lnSpc>
                <a:spcPct val="200000"/>
              </a:lnSpc>
              <a:buFont typeface="Wingdings" panose="05000000000000000000" pitchFamily="2" charset="2"/>
              <a:buChar char="l"/>
            </a:pPr>
            <a:r>
              <a:rPr lang="en-US" altLang="zh-CN" sz="2000" dirty="0">
                <a:solidFill>
                  <a:srgbClr val="000000"/>
                </a:solidFill>
                <a:latin typeface="Arial" panose="020B0604020202020204" pitchFamily="34" charset="0"/>
                <a:ea typeface="ui-sans-serif"/>
              </a:rPr>
              <a:t> </a:t>
            </a:r>
            <a:r>
              <a:rPr lang="zh-CN" altLang="zh-CN" sz="2000" dirty="0">
                <a:solidFill>
                  <a:srgbClr val="000000"/>
                </a:solidFill>
                <a:latin typeface="Arial" panose="020B0604020202020204" pitchFamily="34" charset="0"/>
                <a:ea typeface="ui-sans-serif"/>
              </a:rPr>
              <a:t>当信息复杂度高，我们可以使用</a:t>
            </a:r>
            <a:r>
              <a:rPr lang="zh-CN" altLang="zh-CN" sz="2000" b="1" dirty="0">
                <a:solidFill>
                  <a:srgbClr val="000000"/>
                </a:solidFill>
                <a:latin typeface="Arial" panose="020B0604020202020204" pitchFamily="34" charset="0"/>
                <a:ea typeface="ui-sans-serif"/>
              </a:rPr>
              <a:t>抽屉</a:t>
            </a:r>
            <a:r>
              <a:rPr lang="zh-CN" altLang="zh-CN" sz="2000" dirty="0">
                <a:solidFill>
                  <a:srgbClr val="000000"/>
                </a:solidFill>
                <a:latin typeface="Arial" panose="020B0604020202020204" pitchFamily="34" charset="0"/>
                <a:ea typeface="ui-sans-serif"/>
              </a:rPr>
              <a:t>的交互方式</a:t>
            </a:r>
            <a:endParaRPr lang="zh-CN" altLang="zh-CN" sz="2000" dirty="0">
              <a:solidFill>
                <a:srgbClr val="000000"/>
              </a:solidFill>
              <a:latin typeface="Arial" panose="020B0604020202020204" pitchFamily="34" charset="0"/>
              <a:ea typeface="ui-sans-serif"/>
            </a:endParaRPr>
          </a:p>
          <a:p>
            <a:pPr marL="285750" lvl="0" indent="-285750" eaLnBrk="0" hangingPunct="0">
              <a:lnSpc>
                <a:spcPct val="200000"/>
              </a:lnSpc>
              <a:buFont typeface="Wingdings" panose="05000000000000000000" pitchFamily="2" charset="2"/>
              <a:buChar char="l"/>
            </a:pPr>
            <a:r>
              <a:rPr lang="en-US" altLang="zh-CN" sz="2000" dirty="0">
                <a:solidFill>
                  <a:srgbClr val="000000"/>
                </a:solidFill>
                <a:latin typeface="Arial" panose="020B0604020202020204" pitchFamily="34" charset="0"/>
                <a:ea typeface="ui-sans-serif"/>
              </a:rPr>
              <a:t> </a:t>
            </a:r>
            <a:r>
              <a:rPr lang="zh-CN" altLang="zh-CN" sz="2000" dirty="0">
                <a:solidFill>
                  <a:srgbClr val="000000"/>
                </a:solidFill>
                <a:latin typeface="Arial" panose="020B0604020202020204" pitchFamily="34" charset="0"/>
                <a:ea typeface="ui-sans-serif"/>
              </a:rPr>
              <a:t>当</a:t>
            </a:r>
            <a:r>
              <a:rPr lang="zh-CN" altLang="en-US" sz="2000" dirty="0">
                <a:solidFill>
                  <a:srgbClr val="000000"/>
                </a:solidFill>
                <a:latin typeface="Arial" panose="020B0604020202020204" pitchFamily="34" charset="0"/>
                <a:ea typeface="ui-sans-serif"/>
              </a:rPr>
              <a:t>输入内容较为复杂时</a:t>
            </a:r>
            <a:r>
              <a:rPr lang="zh-CN" altLang="zh-CN" sz="2000" dirty="0">
                <a:solidFill>
                  <a:srgbClr val="000000"/>
                </a:solidFill>
                <a:latin typeface="Arial" panose="020B0604020202020204" pitchFamily="34" charset="0"/>
                <a:ea typeface="ui-sans-serif"/>
              </a:rPr>
              <a:t>，我们可以使用</a:t>
            </a:r>
            <a:r>
              <a:rPr lang="zh-CN" altLang="zh-CN" sz="2000" b="1" dirty="0">
                <a:solidFill>
                  <a:srgbClr val="000000"/>
                </a:solidFill>
                <a:latin typeface="Arial" panose="020B0604020202020204" pitchFamily="34" charset="0"/>
                <a:ea typeface="ui-sans-serif"/>
              </a:rPr>
              <a:t>新开页面</a:t>
            </a:r>
            <a:r>
              <a:rPr lang="zh-CN" altLang="zh-CN" sz="2000" dirty="0">
                <a:solidFill>
                  <a:srgbClr val="000000"/>
                </a:solidFill>
                <a:latin typeface="Arial" panose="020B0604020202020204" pitchFamily="34" charset="0"/>
                <a:ea typeface="ui-sans-serif"/>
              </a:rPr>
              <a:t>的交互方式</a:t>
            </a:r>
            <a:r>
              <a:rPr lang="zh-CN" altLang="zh-CN" sz="2000" dirty="0">
                <a:latin typeface="Arial" panose="020B0604020202020204" pitchFamily="34" charset="0"/>
              </a:rPr>
              <a:t> </a:t>
            </a:r>
            <a:endParaRPr lang="zh-CN" altLang="zh-CN" sz="2000" dirty="0">
              <a:latin typeface="Arial" panose="020B0604020202020204" pitchFamily="34" charset="0"/>
            </a:endParaRPr>
          </a:p>
          <a:p>
            <a:pPr>
              <a:lnSpc>
                <a:spcPct val="200000"/>
              </a:lnSpc>
            </a:pPr>
            <a:endParaRPr lang="zh-CN" altLang="en-US" dirty="0"/>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descr="3-表单-弹窗页"/>
          <p:cNvPicPr>
            <a:picLocks noChangeAspect="1"/>
          </p:cNvPicPr>
          <p:nvPr/>
        </p:nvPicPr>
        <p:blipFill>
          <a:blip r:embed="rId1"/>
          <a:stretch>
            <a:fillRect/>
          </a:stretch>
        </p:blipFill>
        <p:spPr>
          <a:xfrm>
            <a:off x="239240" y="1022392"/>
            <a:ext cx="10240074" cy="5760000"/>
          </a:xfrm>
          <a:prstGeom prst="rect">
            <a:avLst/>
          </a:prstGeom>
          <a:ln w="0">
            <a:noFill/>
          </a:ln>
          <a:effectLst>
            <a:outerShdw blurRad="50800" dist="38100" dir="2700000" algn="tl" rotWithShape="0">
              <a:prstClr val="black">
                <a:alpha val="10000"/>
              </a:prstClr>
            </a:outerShdw>
          </a:effectLst>
        </p:spPr>
      </p:pic>
      <p:grpSp>
        <p:nvGrpSpPr>
          <p:cNvPr id="4" name="组合 1"/>
          <p:cNvGrpSpPr/>
          <p:nvPr/>
        </p:nvGrpSpPr>
        <p:grpSpPr bwMode="auto">
          <a:xfrm>
            <a:off x="10701338" y="0"/>
            <a:ext cx="766762" cy="766763"/>
            <a:chOff x="11522" y="1262"/>
            <a:chExt cx="1864" cy="1864"/>
          </a:xfrm>
        </p:grpSpPr>
        <p:sp>
          <p:nvSpPr>
            <p:cNvPr id="5" name="矩形 4"/>
            <p:cNvSpPr/>
            <p:nvPr userDrawn="1">
              <p:custDataLst>
                <p:tags r:id="rId2"/>
              </p:custDataLst>
            </p:nvPr>
          </p:nvSpPr>
          <p:spPr>
            <a:xfrm>
              <a:off x="11522" y="1262"/>
              <a:ext cx="1864" cy="1864"/>
            </a:xfrm>
            <a:prstGeom prst="rect">
              <a:avLst/>
            </a:prstGeom>
            <a:solidFill>
              <a:srgbClr val="004EA2"/>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anchor="ctr"/>
            <a:lstStyle/>
            <a:p>
              <a:pPr algn="ctr" fontAlgn="auto"/>
              <a:endParaRPr lang="zh-CN" altLang="en-US" noProof="1"/>
            </a:p>
          </p:txBody>
        </p:sp>
        <p:pic>
          <p:nvPicPr>
            <p:cNvPr id="7" name="图片 7"/>
            <p:cNvPicPr>
              <a:picLocks noGrp="1" noChangeAspect="1" noChangeArrowheads="1"/>
            </p:cNvPicPr>
            <p:nvPr>
              <p:custDataLst>
                <p:tags r:id="rId3"/>
              </p:custDataLst>
            </p:nvPr>
          </p:nvPicPr>
          <p:blipFill>
            <a:blip r:embed="rId4">
              <a:extLst>
                <a:ext uri="{28A0092B-C50C-407E-A947-70E740481C1C}">
                  <a14:useLocalDpi xmlns:a14="http://schemas.microsoft.com/office/drawing/2010/main" val="0"/>
                </a:ext>
              </a:extLst>
            </a:blip>
            <a:srcRect/>
            <a:stretch>
              <a:fillRect/>
            </a:stretch>
          </p:blipFill>
          <p:spPr bwMode="auto">
            <a:xfrm>
              <a:off x="11750" y="1490"/>
              <a:ext cx="1408" cy="1408"/>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文本框 1"/>
          <p:cNvSpPr txBox="1"/>
          <p:nvPr/>
        </p:nvSpPr>
        <p:spPr>
          <a:xfrm>
            <a:off x="1222374" y="502085"/>
            <a:ext cx="879891" cy="460375"/>
          </a:xfrm>
          <a:prstGeom prst="rect">
            <a:avLst/>
          </a:prstGeom>
          <a:noFill/>
        </p:spPr>
        <p:txBody>
          <a:bodyPr wrap="square">
            <a:spAutoFit/>
          </a:bodyPr>
          <a:lstStyle>
            <a:defPPr>
              <a:defRPr lang="zh-CN"/>
            </a:defPPr>
            <a:lvl1pPr>
              <a:defRPr sz="15000">
                <a:gradFill flip="none" rotWithShape="1">
                  <a:gsLst>
                    <a:gs pos="23000">
                      <a:srgbClr val="C0DBD2"/>
                    </a:gs>
                    <a:gs pos="86239">
                      <a:srgbClr val="A6CFC9"/>
                    </a:gs>
                    <a:gs pos="47000">
                      <a:srgbClr val="7AA99E"/>
                    </a:gs>
                  </a:gsLst>
                  <a:lin ang="2700000" scaled="1"/>
                  <a:tileRect/>
                </a:gradFill>
                <a:latin typeface="Aa武道家" pitchFamily="18" charset="-122"/>
                <a:ea typeface="Aa武道家" pitchFamily="18" charset="-122"/>
              </a:defRPr>
            </a:lvl1pPr>
          </a:lstStyle>
          <a:p>
            <a:pPr eaLnBrk="1" fontAlgn="auto" hangingPunct="1">
              <a:defRPr/>
            </a:pPr>
            <a:r>
              <a:rPr lang="en-US" altLang="zh-CN" sz="2400" b="1" kern="0" noProof="1">
                <a:solidFill>
                  <a:srgbClr val="004EA2"/>
                </a:solidFill>
                <a:latin typeface="Arial" panose="020B0604020202020204" pitchFamily="34" charset="0"/>
                <a:ea typeface="微软雅黑" panose="020B0503020204020204" charset="-122"/>
                <a:cs typeface="Arial" panose="020B0604020202020204" pitchFamily="34" charset="0"/>
                <a:sym typeface="Arial" panose="020B0604020202020204" pitchFamily="34" charset="0"/>
              </a:rPr>
              <a:t>2.3</a:t>
            </a:r>
            <a:r>
              <a:rPr lang="en-US" altLang="zh-CN" sz="2400" b="1" kern="0" noProof="1">
                <a:solidFill>
                  <a:srgbClr val="004EA2"/>
                </a:solidFill>
                <a:latin typeface="微软雅黑" panose="020B0503020204020204" charset="-122"/>
                <a:ea typeface="微软雅黑" panose="020B0503020204020204" charset="-122"/>
                <a:sym typeface="Arial" panose="020B0604020202020204" pitchFamily="34" charset="0"/>
              </a:rPr>
              <a:t> </a:t>
            </a:r>
            <a:endParaRPr lang="en-US" altLang="zh-CN" sz="2400" b="1" kern="0" noProof="1">
              <a:solidFill>
                <a:srgbClr val="004EA2"/>
              </a:solidFill>
              <a:latin typeface="微软雅黑" panose="020B0503020204020204" charset="-122"/>
              <a:ea typeface="微软雅黑" panose="020B0503020204020204" charset="-122"/>
              <a:sym typeface="Arial" panose="020B0604020202020204" pitchFamily="34" charset="0"/>
            </a:endParaRPr>
          </a:p>
        </p:txBody>
      </p:sp>
      <p:sp>
        <p:nvSpPr>
          <p:cNvPr id="6" name="矩形 8"/>
          <p:cNvSpPr/>
          <p:nvPr/>
        </p:nvSpPr>
        <p:spPr bwMode="auto">
          <a:xfrm>
            <a:off x="2160000" y="470242"/>
            <a:ext cx="5051425" cy="497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20000"/>
              </a:lnSpc>
            </a:pPr>
            <a:r>
              <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rPr>
              <a:t>表单页</a:t>
            </a:r>
            <a:r>
              <a:rPr lang="en-US" altLang="zh-CN"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rPr>
              <a:t>-</a:t>
            </a:r>
            <a:r>
              <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rPr>
              <a:t>弹窗模式</a:t>
            </a:r>
            <a:endPar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endParaRPr>
          </a:p>
        </p:txBody>
      </p:sp>
      <p:sp>
        <p:nvSpPr>
          <p:cNvPr id="3" name="矩形 11"/>
          <p:cNvSpPr/>
          <p:nvPr/>
        </p:nvSpPr>
        <p:spPr bwMode="auto">
          <a:xfrm>
            <a:off x="2160441" y="99159"/>
            <a:ext cx="2175299" cy="430374"/>
          </a:xfrm>
          <a:prstGeom prst="rect">
            <a:avLst/>
          </a:prstGeom>
          <a:grp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pPr>
            <a:r>
              <a:rPr kumimoji="0" lang="zh-CN" altLang="en-US" sz="2000" b="1" i="0" u="none" strike="noStrike" kern="0" cap="none" spc="0" normalizeH="0" baseline="0" noProof="0" dirty="0">
                <a:ln>
                  <a:noFill/>
                </a:ln>
                <a:solidFill>
                  <a:srgbClr val="FFFFFF">
                    <a:lumMod val="65000"/>
                  </a:srgbClr>
                </a:solidFill>
                <a:effectLst/>
                <a:uLnTx/>
                <a:uFillTx/>
                <a:latin typeface="微软雅黑" panose="020B0503020204020204" charset="-122"/>
                <a:ea typeface="微软雅黑" panose="020B0503020204020204" charset="-122"/>
                <a:cs typeface="微软雅黑" panose="020B0503020204020204" charset="-122"/>
              </a:rPr>
              <a:t>典型界面要求</a:t>
            </a:r>
            <a:endParaRPr kumimoji="0" lang="zh-CN" altLang="en-US" sz="2000" b="1" i="0" u="none" strike="noStrike" kern="0" cap="none" spc="0" normalizeH="0" baseline="0" noProof="0" dirty="0">
              <a:ln>
                <a:noFill/>
              </a:ln>
              <a:solidFill>
                <a:srgbClr val="FFFFFF">
                  <a:lumMod val="65000"/>
                </a:srgbClr>
              </a:solidFill>
              <a:effectLst/>
              <a:uLnTx/>
              <a:uFillTx/>
              <a:latin typeface="微软雅黑" panose="020B0503020204020204" charset="-122"/>
              <a:ea typeface="微软雅黑" panose="020B0503020204020204" charset="-122"/>
              <a:cs typeface="微软雅黑" panose="020B0503020204020204" charset="-122"/>
            </a:endParaRPr>
          </a:p>
        </p:txBody>
      </p:sp>
      <p:cxnSp>
        <p:nvCxnSpPr>
          <p:cNvPr id="8" name="连接符: 曲线 48"/>
          <p:cNvCxnSpPr/>
          <p:nvPr>
            <p:custDataLst>
              <p:tags r:id="rId5"/>
            </p:custDataLst>
          </p:nvPr>
        </p:nvCxnSpPr>
        <p:spPr>
          <a:xfrm flipV="1">
            <a:off x="7564483" y="1712686"/>
            <a:ext cx="2762431" cy="981075"/>
          </a:xfrm>
          <a:prstGeom prst="curvedConnector3">
            <a:avLst>
              <a:gd name="adj1" fmla="val 50000"/>
            </a:avLst>
          </a:prstGeom>
          <a:ln w="19050" cap="flat" cmpd="sng" algn="ctr">
            <a:solidFill>
              <a:schemeClr val="accent2"/>
            </a:solidFill>
            <a:prstDash val="dash"/>
            <a:round/>
            <a:headEnd type="oval" w="lg" len="lg"/>
            <a:tailEnd type="triangle" w="lg" len="lg"/>
          </a:ln>
        </p:spPr>
        <p:style>
          <a:lnRef idx="0">
            <a:scrgbClr r="0" g="0" b="0"/>
          </a:lnRef>
          <a:fillRef idx="0">
            <a:scrgbClr r="0" g="0" b="0"/>
          </a:fillRef>
          <a:effectRef idx="0">
            <a:scrgbClr r="0" g="0" b="0"/>
          </a:effectRef>
          <a:fontRef idx="minor">
            <a:schemeClr val="tx1"/>
          </a:fontRef>
        </p:style>
      </p:cxnSp>
      <p:sp>
        <p:nvSpPr>
          <p:cNvPr id="30" name="文本框 29"/>
          <p:cNvSpPr txBox="1"/>
          <p:nvPr>
            <p:custDataLst>
              <p:tags r:id="rId6"/>
            </p:custDataLst>
          </p:nvPr>
        </p:nvSpPr>
        <p:spPr>
          <a:xfrm>
            <a:off x="10479314" y="1557245"/>
            <a:ext cx="1661886" cy="2345147"/>
          </a:xfrm>
          <a:prstGeom prst="rect">
            <a:avLst/>
          </a:prstGeom>
          <a:noFill/>
        </p:spPr>
        <p:txBody>
          <a:bodyPr wrap="square" rtlCol="0">
            <a:noAutofit/>
          </a:bodyPr>
          <a:lstStyle/>
          <a:p>
            <a:r>
              <a:rPr lang="zh-CN" altLang="en-US" sz="1600" b="1" dirty="0">
                <a:solidFill>
                  <a:srgbClr val="EE822F"/>
                </a:solidFill>
                <a:latin typeface="微软雅黑" panose="020B0503020204020204" charset="-122"/>
                <a:ea typeface="微软雅黑" panose="020B0503020204020204" charset="-122"/>
              </a:rPr>
              <a:t>弹窗展示页面</a:t>
            </a:r>
            <a:endParaRPr lang="en-US" altLang="zh-CN" sz="1600" b="1" dirty="0">
              <a:solidFill>
                <a:srgbClr val="EE822F"/>
              </a:solidFill>
              <a:latin typeface="微软雅黑" panose="020B0503020204020204" charset="-122"/>
              <a:ea typeface="微软雅黑" panose="020B0503020204020204" charset="-122"/>
            </a:endParaRPr>
          </a:p>
          <a:p>
            <a:pPr>
              <a:lnSpc>
                <a:spcPct val="150000"/>
              </a:lnSpc>
            </a:pPr>
            <a:r>
              <a:rPr lang="zh-CN" altLang="en-US" sz="1000" dirty="0">
                <a:solidFill>
                  <a:schemeClr val="tx1">
                    <a:lumMod val="50000"/>
                    <a:lumOff val="50000"/>
                  </a:schemeClr>
                </a:solidFill>
                <a:latin typeface="微软雅黑" panose="020B0503020204020204" charset="-122"/>
                <a:ea typeface="微软雅黑" panose="020B0503020204020204" charset="-122"/>
              </a:rPr>
              <a:t>弹窗尺寸可根据内容进行适配，占比按照页面百分比适配。</a:t>
            </a:r>
            <a:endParaRPr lang="en-US" altLang="zh-CN" sz="1000" dirty="0">
              <a:solidFill>
                <a:schemeClr val="tx1">
                  <a:lumMod val="50000"/>
                  <a:lumOff val="50000"/>
                </a:schemeClr>
              </a:solidFill>
              <a:latin typeface="微软雅黑" panose="020B0503020204020204" charset="-122"/>
              <a:ea typeface="微软雅黑" panose="020B0503020204020204" charset="-122"/>
            </a:endParaRPr>
          </a:p>
          <a:p>
            <a:endParaRPr lang="zh-CN" altLang="en-US" sz="1600" b="1" dirty="0">
              <a:solidFill>
                <a:srgbClr val="EE822F"/>
              </a:solidFill>
              <a:latin typeface="微软雅黑" panose="020B0503020204020204" charset="-122"/>
              <a:ea typeface="微软雅黑" panose="020B0503020204020204" charset="-122"/>
            </a:endParaRPr>
          </a:p>
        </p:txBody>
      </p:sp>
      <p:sp>
        <p:nvSpPr>
          <p:cNvPr id="13" name="矩形 12"/>
          <p:cNvSpPr/>
          <p:nvPr/>
        </p:nvSpPr>
        <p:spPr>
          <a:xfrm>
            <a:off x="1699895" y="1111885"/>
            <a:ext cx="156845" cy="178435"/>
          </a:xfrm>
          <a:prstGeom prst="rect">
            <a:avLst/>
          </a:prstGeom>
          <a:solidFill>
            <a:srgbClr val="B2B2B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descr="3-表单页-抽屉表单"/>
          <p:cNvPicPr>
            <a:picLocks noChangeAspect="1"/>
          </p:cNvPicPr>
          <p:nvPr/>
        </p:nvPicPr>
        <p:blipFill>
          <a:blip r:embed="rId1"/>
          <a:stretch>
            <a:fillRect/>
          </a:stretch>
        </p:blipFill>
        <p:spPr>
          <a:xfrm>
            <a:off x="1167765" y="1078230"/>
            <a:ext cx="10133330" cy="5700395"/>
          </a:xfrm>
          <a:prstGeom prst="rect">
            <a:avLst/>
          </a:prstGeom>
          <a:ln w="0">
            <a:noFill/>
          </a:ln>
          <a:effectLst>
            <a:outerShdw blurRad="50800" dist="38100" dir="2700000" algn="tl" rotWithShape="0">
              <a:prstClr val="black">
                <a:alpha val="10000"/>
              </a:prstClr>
            </a:outerShdw>
          </a:effectLst>
        </p:spPr>
      </p:pic>
      <p:grpSp>
        <p:nvGrpSpPr>
          <p:cNvPr id="4" name="组合 1"/>
          <p:cNvGrpSpPr/>
          <p:nvPr/>
        </p:nvGrpSpPr>
        <p:grpSpPr bwMode="auto">
          <a:xfrm>
            <a:off x="10701338" y="0"/>
            <a:ext cx="766762" cy="766763"/>
            <a:chOff x="11522" y="1262"/>
            <a:chExt cx="1864" cy="1864"/>
          </a:xfrm>
        </p:grpSpPr>
        <p:sp>
          <p:nvSpPr>
            <p:cNvPr id="5" name="矩形 4"/>
            <p:cNvSpPr/>
            <p:nvPr userDrawn="1">
              <p:custDataLst>
                <p:tags r:id="rId2"/>
              </p:custDataLst>
            </p:nvPr>
          </p:nvSpPr>
          <p:spPr>
            <a:xfrm>
              <a:off x="11522" y="1262"/>
              <a:ext cx="1864" cy="1864"/>
            </a:xfrm>
            <a:prstGeom prst="rect">
              <a:avLst/>
            </a:prstGeom>
            <a:solidFill>
              <a:srgbClr val="004EA2"/>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anchor="ctr"/>
            <a:lstStyle/>
            <a:p>
              <a:pPr algn="ctr" fontAlgn="auto"/>
              <a:endParaRPr lang="zh-CN" altLang="en-US" noProof="1"/>
            </a:p>
          </p:txBody>
        </p:sp>
        <p:pic>
          <p:nvPicPr>
            <p:cNvPr id="7" name="图片 7"/>
            <p:cNvPicPr>
              <a:picLocks noGrp="1" noChangeAspect="1" noChangeArrowheads="1"/>
            </p:cNvPicPr>
            <p:nvPr>
              <p:custDataLst>
                <p:tags r:id="rId3"/>
              </p:custDataLst>
            </p:nvPr>
          </p:nvPicPr>
          <p:blipFill>
            <a:blip r:embed="rId4">
              <a:extLst>
                <a:ext uri="{28A0092B-C50C-407E-A947-70E740481C1C}">
                  <a14:useLocalDpi xmlns:a14="http://schemas.microsoft.com/office/drawing/2010/main" val="0"/>
                </a:ext>
              </a:extLst>
            </a:blip>
            <a:srcRect/>
            <a:stretch>
              <a:fillRect/>
            </a:stretch>
          </p:blipFill>
          <p:spPr bwMode="auto">
            <a:xfrm>
              <a:off x="11750" y="1490"/>
              <a:ext cx="1408" cy="1408"/>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文本框 1"/>
          <p:cNvSpPr txBox="1"/>
          <p:nvPr/>
        </p:nvSpPr>
        <p:spPr>
          <a:xfrm>
            <a:off x="1222374" y="502085"/>
            <a:ext cx="879891" cy="460375"/>
          </a:xfrm>
          <a:prstGeom prst="rect">
            <a:avLst/>
          </a:prstGeom>
          <a:noFill/>
        </p:spPr>
        <p:txBody>
          <a:bodyPr wrap="square">
            <a:spAutoFit/>
          </a:bodyPr>
          <a:lstStyle>
            <a:defPPr>
              <a:defRPr lang="zh-CN"/>
            </a:defPPr>
            <a:lvl1pPr>
              <a:defRPr sz="15000">
                <a:gradFill flip="none" rotWithShape="1">
                  <a:gsLst>
                    <a:gs pos="23000">
                      <a:srgbClr val="C0DBD2"/>
                    </a:gs>
                    <a:gs pos="86239">
                      <a:srgbClr val="A6CFC9"/>
                    </a:gs>
                    <a:gs pos="47000">
                      <a:srgbClr val="7AA99E"/>
                    </a:gs>
                  </a:gsLst>
                  <a:lin ang="2700000" scaled="1"/>
                  <a:tileRect/>
                </a:gradFill>
                <a:latin typeface="Aa武道家" pitchFamily="18" charset="-122"/>
                <a:ea typeface="Aa武道家" pitchFamily="18" charset="-122"/>
              </a:defRPr>
            </a:lvl1pPr>
          </a:lstStyle>
          <a:p>
            <a:pPr eaLnBrk="1" fontAlgn="auto" hangingPunct="1">
              <a:defRPr/>
            </a:pPr>
            <a:r>
              <a:rPr lang="en-US" altLang="zh-CN" sz="2400" b="1" kern="0" noProof="1">
                <a:solidFill>
                  <a:srgbClr val="004EA2"/>
                </a:solidFill>
                <a:latin typeface="Arial" panose="020B0604020202020204" pitchFamily="34" charset="0"/>
                <a:ea typeface="微软雅黑" panose="020B0503020204020204" charset="-122"/>
                <a:cs typeface="Arial" panose="020B0604020202020204" pitchFamily="34" charset="0"/>
                <a:sym typeface="Arial" panose="020B0604020202020204" pitchFamily="34" charset="0"/>
              </a:rPr>
              <a:t>2.3</a:t>
            </a:r>
            <a:r>
              <a:rPr lang="en-US" altLang="zh-CN" sz="2400" b="1" kern="0" noProof="1">
                <a:solidFill>
                  <a:srgbClr val="004EA2"/>
                </a:solidFill>
                <a:latin typeface="微软雅黑" panose="020B0503020204020204" charset="-122"/>
                <a:ea typeface="微软雅黑" panose="020B0503020204020204" charset="-122"/>
                <a:sym typeface="Arial" panose="020B0604020202020204" pitchFamily="34" charset="0"/>
              </a:rPr>
              <a:t> </a:t>
            </a:r>
            <a:endParaRPr lang="en-US" altLang="zh-CN" sz="2400" b="1" kern="0" noProof="1">
              <a:solidFill>
                <a:srgbClr val="004EA2"/>
              </a:solidFill>
              <a:latin typeface="微软雅黑" panose="020B0503020204020204" charset="-122"/>
              <a:ea typeface="微软雅黑" panose="020B0503020204020204" charset="-122"/>
              <a:sym typeface="Arial" panose="020B0604020202020204" pitchFamily="34" charset="0"/>
            </a:endParaRPr>
          </a:p>
        </p:txBody>
      </p:sp>
      <p:sp>
        <p:nvSpPr>
          <p:cNvPr id="6" name="矩形 8"/>
          <p:cNvSpPr/>
          <p:nvPr/>
        </p:nvSpPr>
        <p:spPr bwMode="auto">
          <a:xfrm>
            <a:off x="2160000" y="470242"/>
            <a:ext cx="5051425" cy="497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20000"/>
              </a:lnSpc>
            </a:pPr>
            <a:r>
              <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rPr>
              <a:t>表单页</a:t>
            </a:r>
            <a:r>
              <a:rPr lang="en-US" altLang="zh-CN"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rPr>
              <a:t>-</a:t>
            </a:r>
            <a:r>
              <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rPr>
              <a:t>抽屉</a:t>
            </a:r>
            <a:endPar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endParaRPr>
          </a:p>
        </p:txBody>
      </p:sp>
      <p:sp>
        <p:nvSpPr>
          <p:cNvPr id="3" name="矩形 11"/>
          <p:cNvSpPr/>
          <p:nvPr/>
        </p:nvSpPr>
        <p:spPr bwMode="auto">
          <a:xfrm>
            <a:off x="2160441" y="99159"/>
            <a:ext cx="2175299" cy="430374"/>
          </a:xfrm>
          <a:prstGeom prst="rect">
            <a:avLst/>
          </a:prstGeom>
          <a:grp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pPr>
            <a:r>
              <a:rPr kumimoji="0" lang="zh-CN" altLang="en-US" sz="2000" b="1" i="0" u="none" strike="noStrike" kern="0" cap="none" spc="0" normalizeH="0" baseline="0" noProof="0" dirty="0">
                <a:ln>
                  <a:noFill/>
                </a:ln>
                <a:solidFill>
                  <a:srgbClr val="FFFFFF">
                    <a:lumMod val="65000"/>
                  </a:srgbClr>
                </a:solidFill>
                <a:effectLst/>
                <a:uLnTx/>
                <a:uFillTx/>
                <a:latin typeface="微软雅黑" panose="020B0503020204020204" charset="-122"/>
                <a:ea typeface="微软雅黑" panose="020B0503020204020204" charset="-122"/>
                <a:cs typeface="微软雅黑" panose="020B0503020204020204" charset="-122"/>
              </a:rPr>
              <a:t>典型界面要求</a:t>
            </a:r>
            <a:endParaRPr kumimoji="0" lang="zh-CN" altLang="en-US" sz="2000" b="1" i="0" u="none" strike="noStrike" kern="0" cap="none" spc="0" normalizeH="0" baseline="0" noProof="0" dirty="0">
              <a:ln>
                <a:noFill/>
              </a:ln>
              <a:solidFill>
                <a:srgbClr val="FFFFFF">
                  <a:lumMod val="65000"/>
                </a:srgbClr>
              </a:solidFill>
              <a:effectLst/>
              <a:uLnTx/>
              <a:uFillTx/>
              <a:latin typeface="微软雅黑" panose="020B0503020204020204" charset="-122"/>
              <a:ea typeface="微软雅黑" panose="020B0503020204020204" charset="-122"/>
              <a:cs typeface="微软雅黑" panose="020B0503020204020204" charset="-122"/>
            </a:endParaRPr>
          </a:p>
        </p:txBody>
      </p:sp>
      <p:cxnSp>
        <p:nvCxnSpPr>
          <p:cNvPr id="8" name="连接符: 曲线 48"/>
          <p:cNvCxnSpPr/>
          <p:nvPr>
            <p:custDataLst>
              <p:tags r:id="rId5"/>
            </p:custDataLst>
          </p:nvPr>
        </p:nvCxnSpPr>
        <p:spPr>
          <a:xfrm flipV="1">
            <a:off x="4160520" y="1186180"/>
            <a:ext cx="1424940" cy="5715"/>
          </a:xfrm>
          <a:prstGeom prst="curvedConnector3">
            <a:avLst>
              <a:gd name="adj1" fmla="val 50045"/>
            </a:avLst>
          </a:prstGeom>
          <a:ln w="19050" cap="flat" cmpd="sng" algn="ctr">
            <a:solidFill>
              <a:schemeClr val="accent2"/>
            </a:solidFill>
            <a:prstDash val="dash"/>
            <a:round/>
            <a:headEnd type="oval" w="lg" len="lg"/>
            <a:tailEnd type="triangle" w="lg" len="lg"/>
          </a:ln>
        </p:spPr>
        <p:style>
          <a:lnRef idx="0">
            <a:scrgbClr r="0" g="0" b="0"/>
          </a:lnRef>
          <a:fillRef idx="0">
            <a:scrgbClr r="0" g="0" b="0"/>
          </a:fillRef>
          <a:effectRef idx="0">
            <a:scrgbClr r="0" g="0" b="0"/>
          </a:effectRef>
          <a:fontRef idx="minor">
            <a:schemeClr val="tx1"/>
          </a:fontRef>
        </p:style>
      </p:cxnSp>
      <p:sp>
        <p:nvSpPr>
          <p:cNvPr id="10" name="文本框 9"/>
          <p:cNvSpPr txBox="1"/>
          <p:nvPr>
            <p:custDataLst>
              <p:tags r:id="rId6"/>
            </p:custDataLst>
          </p:nvPr>
        </p:nvSpPr>
        <p:spPr>
          <a:xfrm>
            <a:off x="5758180" y="962660"/>
            <a:ext cx="953135" cy="365760"/>
          </a:xfrm>
          <a:prstGeom prst="rect">
            <a:avLst/>
          </a:prstGeom>
          <a:noFill/>
        </p:spPr>
        <p:txBody>
          <a:bodyPr wrap="square" rtlCol="0">
            <a:noAutofit/>
          </a:bodyPr>
          <a:lstStyle/>
          <a:p>
            <a:r>
              <a:rPr lang="zh-CN" altLang="en-US" sz="1600" b="1" dirty="0">
                <a:solidFill>
                  <a:srgbClr val="EE822F"/>
                </a:solidFill>
                <a:latin typeface="微软雅黑" panose="020B0503020204020204" charset="-122"/>
                <a:ea typeface="微软雅黑" panose="020B0503020204020204" charset="-122"/>
              </a:rPr>
              <a:t>标题</a:t>
            </a:r>
            <a:endParaRPr lang="zh-CN" altLang="en-US" sz="1600" b="1" dirty="0">
              <a:solidFill>
                <a:srgbClr val="EE822F"/>
              </a:solidFill>
              <a:latin typeface="微软雅黑" panose="020B0503020204020204" charset="-122"/>
              <a:ea typeface="微软雅黑" panose="020B0503020204020204" charset="-122"/>
            </a:endParaRPr>
          </a:p>
        </p:txBody>
      </p:sp>
      <p:grpSp>
        <p:nvGrpSpPr>
          <p:cNvPr id="11" name="组合 10"/>
          <p:cNvGrpSpPr/>
          <p:nvPr/>
        </p:nvGrpSpPr>
        <p:grpSpPr>
          <a:xfrm>
            <a:off x="3107690" y="1583472"/>
            <a:ext cx="549910" cy="4804285"/>
            <a:chOff x="3107690" y="1856105"/>
            <a:chExt cx="549910" cy="4277360"/>
          </a:xfrm>
        </p:grpSpPr>
        <p:cxnSp>
          <p:nvCxnSpPr>
            <p:cNvPr id="20" name="直接连接符 19"/>
            <p:cNvCxnSpPr/>
            <p:nvPr/>
          </p:nvCxnSpPr>
          <p:spPr>
            <a:xfrm>
              <a:off x="3107690" y="1856105"/>
              <a:ext cx="1270" cy="4267200"/>
            </a:xfrm>
            <a:prstGeom prst="line">
              <a:avLst/>
            </a:prstGeom>
            <a:ln w="28575" cap="rnd" cmpd="sng">
              <a:solidFill>
                <a:srgbClr val="EE822F"/>
              </a:solidFill>
              <a:prstDash val="solid"/>
              <a:round/>
            </a:ln>
          </p:spPr>
          <p:style>
            <a:lnRef idx="0">
              <a:srgbClr val="FFFFFF"/>
            </a:lnRef>
            <a:fillRef idx="0">
              <a:srgbClr val="FFFFFF"/>
            </a:fillRef>
            <a:effectRef idx="0">
              <a:srgbClr val="FFFFFF"/>
            </a:effectRef>
            <a:fontRef idx="minor">
              <a:schemeClr val="tx1"/>
            </a:fontRef>
          </p:style>
        </p:cxnSp>
        <p:cxnSp>
          <p:nvCxnSpPr>
            <p:cNvPr id="21" name="直接连接符 20"/>
            <p:cNvCxnSpPr/>
            <p:nvPr/>
          </p:nvCxnSpPr>
          <p:spPr>
            <a:xfrm>
              <a:off x="3108960" y="6133465"/>
              <a:ext cx="497840" cy="0"/>
            </a:xfrm>
            <a:prstGeom prst="line">
              <a:avLst/>
            </a:prstGeom>
            <a:ln w="28575" cmpd="sng">
              <a:solidFill>
                <a:srgbClr val="EE822F"/>
              </a:solidFill>
              <a:prstDash val="solid"/>
            </a:ln>
          </p:spPr>
          <p:style>
            <a:lnRef idx="2">
              <a:schemeClr val="accent1"/>
            </a:lnRef>
            <a:fillRef idx="0">
              <a:srgbClr val="FFFFFF"/>
            </a:fillRef>
            <a:effectRef idx="0">
              <a:srgbClr val="FFFFFF"/>
            </a:effectRef>
            <a:fontRef idx="minor">
              <a:schemeClr val="tx1"/>
            </a:fontRef>
          </p:style>
        </p:cxnSp>
        <p:cxnSp>
          <p:nvCxnSpPr>
            <p:cNvPr id="22" name="直接连接符 21"/>
            <p:cNvCxnSpPr/>
            <p:nvPr/>
          </p:nvCxnSpPr>
          <p:spPr>
            <a:xfrm>
              <a:off x="3117850" y="1856105"/>
              <a:ext cx="539750" cy="0"/>
            </a:xfrm>
            <a:prstGeom prst="line">
              <a:avLst/>
            </a:prstGeom>
            <a:ln w="28575" cmpd="sng">
              <a:solidFill>
                <a:srgbClr val="EE822F"/>
              </a:solidFill>
              <a:prstDash val="solid"/>
            </a:ln>
          </p:spPr>
          <p:style>
            <a:lnRef idx="2">
              <a:schemeClr val="accent1"/>
            </a:lnRef>
            <a:fillRef idx="0">
              <a:srgbClr val="FFFFFF"/>
            </a:fillRef>
            <a:effectRef idx="0">
              <a:srgbClr val="FFFFFF"/>
            </a:effectRef>
            <a:fontRef idx="minor">
              <a:schemeClr val="tx1"/>
            </a:fontRef>
          </p:style>
        </p:cxnSp>
      </p:grpSp>
      <p:sp>
        <p:nvSpPr>
          <p:cNvPr id="23" name="文本框 22"/>
          <p:cNvSpPr txBox="1"/>
          <p:nvPr>
            <p:custDataLst>
              <p:tags r:id="rId7"/>
            </p:custDataLst>
          </p:nvPr>
        </p:nvSpPr>
        <p:spPr>
          <a:xfrm>
            <a:off x="269240" y="3528060"/>
            <a:ext cx="953135" cy="365760"/>
          </a:xfrm>
          <a:prstGeom prst="rect">
            <a:avLst/>
          </a:prstGeom>
          <a:noFill/>
        </p:spPr>
        <p:txBody>
          <a:bodyPr wrap="square" rtlCol="0">
            <a:noAutofit/>
          </a:bodyPr>
          <a:lstStyle/>
          <a:p>
            <a:r>
              <a:rPr lang="zh-CN" altLang="en-US" sz="1600" b="1" dirty="0">
                <a:solidFill>
                  <a:srgbClr val="EE822F"/>
                </a:solidFill>
                <a:latin typeface="微软雅黑" panose="020B0503020204020204" charset="-122"/>
                <a:ea typeface="微软雅黑" panose="020B0503020204020204" charset="-122"/>
              </a:rPr>
              <a:t>表单域</a:t>
            </a:r>
            <a:endParaRPr lang="zh-CN" altLang="en-US" sz="1600" b="1" dirty="0">
              <a:solidFill>
                <a:srgbClr val="EE822F"/>
              </a:solidFill>
              <a:latin typeface="微软雅黑" panose="020B0503020204020204" charset="-122"/>
              <a:ea typeface="微软雅黑" panose="020B0503020204020204" charset="-122"/>
            </a:endParaRPr>
          </a:p>
        </p:txBody>
      </p:sp>
      <p:cxnSp>
        <p:nvCxnSpPr>
          <p:cNvPr id="24" name="连接符: 曲线 48"/>
          <p:cNvCxnSpPr/>
          <p:nvPr>
            <p:custDataLst>
              <p:tags r:id="rId8"/>
            </p:custDataLst>
          </p:nvPr>
        </p:nvCxnSpPr>
        <p:spPr>
          <a:xfrm rot="10800000" flipV="1">
            <a:off x="1055370" y="3608705"/>
            <a:ext cx="1913890" cy="55245"/>
          </a:xfrm>
          <a:prstGeom prst="curvedConnector3">
            <a:avLst>
              <a:gd name="adj1" fmla="val 49967"/>
            </a:avLst>
          </a:prstGeom>
          <a:ln w="19050" cap="flat" cmpd="sng" algn="ctr">
            <a:solidFill>
              <a:schemeClr val="accent2"/>
            </a:solidFill>
            <a:prstDash val="dash"/>
            <a:round/>
            <a:headEnd type="oval" w="lg" len="lg"/>
            <a:tailEnd type="triangle" w="lg" len="lg"/>
          </a:ln>
        </p:spPr>
        <p:style>
          <a:lnRef idx="0">
            <a:scrgbClr r="0" g="0" b="0"/>
          </a:lnRef>
          <a:fillRef idx="0">
            <a:scrgbClr r="0" g="0" b="0"/>
          </a:fillRef>
          <a:effectRef idx="0">
            <a:scrgbClr r="0" g="0" b="0"/>
          </a:effectRef>
          <a:fontRef idx="minor">
            <a:schemeClr val="tx1"/>
          </a:fontRef>
        </p:style>
      </p:cxnSp>
      <p:sp>
        <p:nvSpPr>
          <p:cNvPr id="26" name="文本框 25"/>
          <p:cNvSpPr txBox="1"/>
          <p:nvPr>
            <p:custDataLst>
              <p:tags r:id="rId9"/>
            </p:custDataLst>
          </p:nvPr>
        </p:nvSpPr>
        <p:spPr>
          <a:xfrm>
            <a:off x="0" y="6123305"/>
            <a:ext cx="1348740" cy="880745"/>
          </a:xfrm>
          <a:prstGeom prst="rect">
            <a:avLst/>
          </a:prstGeom>
          <a:noFill/>
        </p:spPr>
        <p:txBody>
          <a:bodyPr wrap="square" rtlCol="0">
            <a:noAutofit/>
          </a:bodyPr>
          <a:lstStyle/>
          <a:p>
            <a:r>
              <a:rPr lang="zh-CN" altLang="en-US" sz="1600" b="1" dirty="0">
                <a:solidFill>
                  <a:srgbClr val="EE822F"/>
                </a:solidFill>
                <a:latin typeface="微软雅黑" panose="020B0503020204020204" charset="-122"/>
                <a:ea typeface="微软雅黑" panose="020B0503020204020204" charset="-122"/>
              </a:rPr>
              <a:t>左下底部操作盘吸底</a:t>
            </a:r>
            <a:endParaRPr lang="zh-CN" altLang="en-US" sz="1600" b="1" dirty="0">
              <a:solidFill>
                <a:srgbClr val="EE822F"/>
              </a:solidFill>
              <a:latin typeface="微软雅黑" panose="020B0503020204020204" charset="-122"/>
              <a:ea typeface="微软雅黑" panose="020B0503020204020204" charset="-122"/>
            </a:endParaRPr>
          </a:p>
        </p:txBody>
      </p:sp>
      <p:cxnSp>
        <p:nvCxnSpPr>
          <p:cNvPr id="27" name="连接符: 曲线 48"/>
          <p:cNvCxnSpPr/>
          <p:nvPr>
            <p:custDataLst>
              <p:tags r:id="rId10"/>
            </p:custDataLst>
          </p:nvPr>
        </p:nvCxnSpPr>
        <p:spPr>
          <a:xfrm rot="10800000">
            <a:off x="1107440" y="6519545"/>
            <a:ext cx="2753360" cy="182880"/>
          </a:xfrm>
          <a:prstGeom prst="curvedConnector3">
            <a:avLst>
              <a:gd name="adj1" fmla="val 49977"/>
            </a:avLst>
          </a:prstGeom>
          <a:ln w="19050" cap="flat" cmpd="sng" algn="ctr">
            <a:solidFill>
              <a:schemeClr val="accent2"/>
            </a:solidFill>
            <a:prstDash val="dash"/>
            <a:round/>
            <a:headEnd type="oval" w="lg" len="lg"/>
            <a:tailEnd type="triangle" w="lg" len="lg"/>
          </a:ln>
        </p:spPr>
        <p:style>
          <a:lnRef idx="0">
            <a:scrgbClr r="0" g="0" b="0"/>
          </a:lnRef>
          <a:fillRef idx="0">
            <a:scrgbClr r="0" g="0" b="0"/>
          </a:fillRef>
          <a:effectRef idx="0">
            <a:scrgbClr r="0" g="0" b="0"/>
          </a:effectRef>
          <a:fontRef idx="minor">
            <a:schemeClr val="tx1"/>
          </a:fontRef>
        </p:style>
      </p:cxnSp>
      <p:cxnSp>
        <p:nvCxnSpPr>
          <p:cNvPr id="28" name="连接符: 曲线 48"/>
          <p:cNvCxnSpPr>
            <a:endCxn id="29" idx="1"/>
          </p:cNvCxnSpPr>
          <p:nvPr>
            <p:custDataLst>
              <p:tags r:id="rId11"/>
            </p:custDataLst>
          </p:nvPr>
        </p:nvCxnSpPr>
        <p:spPr>
          <a:xfrm rot="16200000" flipV="1">
            <a:off x="10572115" y="5922010"/>
            <a:ext cx="925195" cy="80645"/>
          </a:xfrm>
          <a:prstGeom prst="curvedConnector4">
            <a:avLst>
              <a:gd name="adj1" fmla="val 34935"/>
              <a:gd name="adj2" fmla="val 395276"/>
            </a:avLst>
          </a:prstGeom>
          <a:ln w="19050" cap="flat" cmpd="sng" algn="ctr">
            <a:solidFill>
              <a:schemeClr val="accent2"/>
            </a:solidFill>
            <a:prstDash val="dash"/>
            <a:round/>
            <a:headEnd type="oval" w="lg" len="lg"/>
            <a:tailEnd type="triangle" w="lg" len="lg"/>
          </a:ln>
        </p:spPr>
        <p:style>
          <a:lnRef idx="0">
            <a:scrgbClr r="0" g="0" b="0"/>
          </a:lnRef>
          <a:fillRef idx="0">
            <a:scrgbClr r="0" g="0" b="0"/>
          </a:fillRef>
          <a:effectRef idx="0">
            <a:scrgbClr r="0" g="0" b="0"/>
          </a:effectRef>
          <a:fontRef idx="minor">
            <a:schemeClr val="tx1"/>
          </a:fontRef>
        </p:style>
      </p:cxnSp>
      <p:sp>
        <p:nvSpPr>
          <p:cNvPr id="29" name="文本框 28"/>
          <p:cNvSpPr txBox="1"/>
          <p:nvPr>
            <p:custDataLst>
              <p:tags r:id="rId12"/>
            </p:custDataLst>
          </p:nvPr>
        </p:nvSpPr>
        <p:spPr>
          <a:xfrm>
            <a:off x="10994717" y="5221710"/>
            <a:ext cx="1348740" cy="556260"/>
          </a:xfrm>
          <a:prstGeom prst="rect">
            <a:avLst/>
          </a:prstGeom>
          <a:noFill/>
        </p:spPr>
        <p:txBody>
          <a:bodyPr wrap="square" rtlCol="0">
            <a:noAutofit/>
          </a:bodyPr>
          <a:lstStyle/>
          <a:p>
            <a:r>
              <a:rPr lang="zh-CN" altLang="en-US" sz="1600" b="1" dirty="0">
                <a:solidFill>
                  <a:srgbClr val="EE822F"/>
                </a:solidFill>
                <a:latin typeface="微软雅黑" panose="020B0503020204020204" charset="-122"/>
                <a:ea typeface="微软雅黑" panose="020B0503020204020204" charset="-122"/>
              </a:rPr>
              <a:t>右下底部操作盘吸底</a:t>
            </a:r>
            <a:endParaRPr lang="zh-CN" altLang="en-US" sz="1600" b="1" dirty="0">
              <a:solidFill>
                <a:srgbClr val="EE822F"/>
              </a:solidFill>
              <a:latin typeface="微软雅黑" panose="020B0503020204020204" charset="-122"/>
              <a:ea typeface="微软雅黑" panose="020B0503020204020204" charset="-122"/>
            </a:endParaRPr>
          </a:p>
        </p:txBody>
      </p:sp>
      <p:sp>
        <p:nvSpPr>
          <p:cNvPr id="30" name="文本框 29"/>
          <p:cNvSpPr txBox="1"/>
          <p:nvPr>
            <p:custDataLst>
              <p:tags r:id="rId13"/>
            </p:custDataLst>
          </p:nvPr>
        </p:nvSpPr>
        <p:spPr>
          <a:xfrm>
            <a:off x="8957992" y="772160"/>
            <a:ext cx="1556385" cy="556260"/>
          </a:xfrm>
          <a:prstGeom prst="rect">
            <a:avLst/>
          </a:prstGeom>
          <a:noFill/>
        </p:spPr>
        <p:txBody>
          <a:bodyPr wrap="square" rtlCol="0">
            <a:noAutofit/>
          </a:bodyPr>
          <a:lstStyle/>
          <a:p>
            <a:r>
              <a:rPr lang="zh-CN" altLang="en-US" sz="1600" b="1" dirty="0">
                <a:solidFill>
                  <a:srgbClr val="EE822F"/>
                </a:solidFill>
                <a:latin typeface="微软雅黑" panose="020B0503020204020204" charset="-122"/>
                <a:ea typeface="微软雅黑" panose="020B0503020204020204" charset="-122"/>
              </a:rPr>
              <a:t>阅读模式切换</a:t>
            </a:r>
            <a:endParaRPr lang="zh-CN" altLang="en-US" sz="1600" b="1" dirty="0">
              <a:solidFill>
                <a:srgbClr val="EE822F"/>
              </a:solidFill>
              <a:latin typeface="微软雅黑" panose="020B0503020204020204" charset="-122"/>
              <a:ea typeface="微软雅黑" panose="020B0503020204020204" charset="-122"/>
            </a:endParaRPr>
          </a:p>
        </p:txBody>
      </p:sp>
      <p:cxnSp>
        <p:nvCxnSpPr>
          <p:cNvPr id="31" name="连接符: 曲线 48"/>
          <p:cNvCxnSpPr/>
          <p:nvPr>
            <p:custDataLst>
              <p:tags r:id="rId14"/>
            </p:custDataLst>
          </p:nvPr>
        </p:nvCxnSpPr>
        <p:spPr>
          <a:xfrm rot="10800000">
            <a:off x="10370636" y="962337"/>
            <a:ext cx="527196" cy="292106"/>
          </a:xfrm>
          <a:prstGeom prst="curvedConnector3">
            <a:avLst>
              <a:gd name="adj1" fmla="val 50000"/>
            </a:avLst>
          </a:prstGeom>
          <a:ln w="19050" cap="flat" cmpd="sng" algn="ctr">
            <a:solidFill>
              <a:schemeClr val="accent2"/>
            </a:solidFill>
            <a:prstDash val="dash"/>
            <a:round/>
            <a:headEnd type="oval" w="lg" len="lg"/>
            <a:tailEnd type="triangle" w="lg" len="lg"/>
          </a:ln>
        </p:spPr>
        <p:style>
          <a:lnRef idx="0">
            <a:scrgbClr r="0" g="0" b="0"/>
          </a:lnRef>
          <a:fillRef idx="0">
            <a:scrgbClr r="0" g="0" b="0"/>
          </a:fillRef>
          <a:effectRef idx="0">
            <a:scrgbClr r="0" g="0" b="0"/>
          </a:effectRef>
          <a:fontRef idx="minor">
            <a:schemeClr val="tx1"/>
          </a:fontRef>
        </p:style>
      </p:cxnSp>
      <p:grpSp>
        <p:nvGrpSpPr>
          <p:cNvPr id="14" name="组合 13"/>
          <p:cNvGrpSpPr/>
          <p:nvPr/>
        </p:nvGrpSpPr>
        <p:grpSpPr>
          <a:xfrm>
            <a:off x="9979200" y="3357532"/>
            <a:ext cx="541145" cy="1660517"/>
            <a:chOff x="2567815" y="1856105"/>
            <a:chExt cx="541145" cy="4267200"/>
          </a:xfrm>
        </p:grpSpPr>
        <p:cxnSp>
          <p:nvCxnSpPr>
            <p:cNvPr id="15" name="直接连接符 14"/>
            <p:cNvCxnSpPr/>
            <p:nvPr/>
          </p:nvCxnSpPr>
          <p:spPr>
            <a:xfrm>
              <a:off x="3107690" y="1856105"/>
              <a:ext cx="1270" cy="4267200"/>
            </a:xfrm>
            <a:prstGeom prst="line">
              <a:avLst/>
            </a:prstGeom>
            <a:ln w="28575" cap="rnd" cmpd="sng">
              <a:solidFill>
                <a:srgbClr val="EE822F"/>
              </a:solidFill>
              <a:prstDash val="solid"/>
              <a:round/>
            </a:ln>
          </p:spPr>
          <p:style>
            <a:lnRef idx="0">
              <a:srgbClr val="FFFFFF"/>
            </a:lnRef>
            <a:fillRef idx="0">
              <a:srgbClr val="FFFFFF"/>
            </a:fillRef>
            <a:effectRef idx="0">
              <a:srgbClr val="FFFFFF"/>
            </a:effectRef>
            <a:fontRef idx="minor">
              <a:schemeClr val="tx1"/>
            </a:fontRef>
          </p:style>
        </p:cxnSp>
        <p:cxnSp>
          <p:nvCxnSpPr>
            <p:cNvPr id="16" name="直接连接符 15"/>
            <p:cNvCxnSpPr/>
            <p:nvPr/>
          </p:nvCxnSpPr>
          <p:spPr>
            <a:xfrm>
              <a:off x="2567815" y="6123305"/>
              <a:ext cx="540000" cy="0"/>
            </a:xfrm>
            <a:prstGeom prst="line">
              <a:avLst/>
            </a:prstGeom>
            <a:ln w="28575" cmpd="sng">
              <a:solidFill>
                <a:srgbClr val="EE822F"/>
              </a:solidFill>
              <a:prstDash val="solid"/>
            </a:ln>
          </p:spPr>
          <p:style>
            <a:lnRef idx="2">
              <a:schemeClr val="accent1"/>
            </a:lnRef>
            <a:fillRef idx="0">
              <a:srgbClr val="FFFFFF"/>
            </a:fillRef>
            <a:effectRef idx="0">
              <a:srgbClr val="FFFFFF"/>
            </a:effectRef>
            <a:fontRef idx="minor">
              <a:schemeClr val="tx1"/>
            </a:fontRef>
          </p:style>
        </p:cxnSp>
        <p:cxnSp>
          <p:nvCxnSpPr>
            <p:cNvPr id="17" name="直接连接符 16"/>
            <p:cNvCxnSpPr/>
            <p:nvPr/>
          </p:nvCxnSpPr>
          <p:spPr>
            <a:xfrm>
              <a:off x="2567940" y="1856105"/>
              <a:ext cx="539750" cy="0"/>
            </a:xfrm>
            <a:prstGeom prst="line">
              <a:avLst/>
            </a:prstGeom>
            <a:ln w="28575" cmpd="sng">
              <a:solidFill>
                <a:srgbClr val="EE822F"/>
              </a:solidFill>
              <a:prstDash val="solid"/>
            </a:ln>
          </p:spPr>
          <p:style>
            <a:lnRef idx="2">
              <a:schemeClr val="accent1"/>
            </a:lnRef>
            <a:fillRef idx="0">
              <a:srgbClr val="FFFFFF"/>
            </a:fillRef>
            <a:effectRef idx="0">
              <a:srgbClr val="FFFFFF"/>
            </a:effectRef>
            <a:fontRef idx="minor">
              <a:schemeClr val="tx1"/>
            </a:fontRef>
          </p:style>
        </p:cxnSp>
      </p:grpSp>
      <p:sp>
        <p:nvSpPr>
          <p:cNvPr id="18" name="文本框 17"/>
          <p:cNvSpPr txBox="1"/>
          <p:nvPr>
            <p:custDataLst>
              <p:tags r:id="rId15"/>
            </p:custDataLst>
          </p:nvPr>
        </p:nvSpPr>
        <p:spPr>
          <a:xfrm>
            <a:off x="10563265" y="3997218"/>
            <a:ext cx="1659633" cy="365760"/>
          </a:xfrm>
          <a:prstGeom prst="rect">
            <a:avLst/>
          </a:prstGeom>
          <a:noFill/>
        </p:spPr>
        <p:txBody>
          <a:bodyPr wrap="square" rtlCol="0">
            <a:noAutofit/>
          </a:bodyPr>
          <a:lstStyle/>
          <a:p>
            <a:r>
              <a:rPr lang="zh-CN" altLang="en-US" sz="1600" b="1" dirty="0">
                <a:solidFill>
                  <a:srgbClr val="EE822F"/>
                </a:solidFill>
                <a:latin typeface="微软雅黑" panose="020B0503020204020204" charset="-122"/>
                <a:ea typeface="微软雅黑" panose="020B0503020204020204" charset="-122"/>
              </a:rPr>
              <a:t>表单分段</a:t>
            </a:r>
            <a:endParaRPr lang="zh-CN" altLang="en-US" sz="1600" b="1" dirty="0">
              <a:solidFill>
                <a:srgbClr val="EE822F"/>
              </a:solidFill>
              <a:latin typeface="微软雅黑" panose="020B0503020204020204" charset="-122"/>
              <a:ea typeface="微软雅黑" panose="020B0503020204020204" charset="-122"/>
            </a:endParaRPr>
          </a:p>
        </p:txBody>
      </p:sp>
      <p:cxnSp>
        <p:nvCxnSpPr>
          <p:cNvPr id="19" name="连接符: 曲线 48"/>
          <p:cNvCxnSpPr/>
          <p:nvPr>
            <p:custDataLst>
              <p:tags r:id="rId16"/>
            </p:custDataLst>
          </p:nvPr>
        </p:nvCxnSpPr>
        <p:spPr>
          <a:xfrm rot="16200000" flipH="1">
            <a:off x="10176405" y="1750464"/>
            <a:ext cx="698096" cy="539346"/>
          </a:xfrm>
          <a:prstGeom prst="curvedConnector3">
            <a:avLst>
              <a:gd name="adj1" fmla="val 50000"/>
            </a:avLst>
          </a:prstGeom>
          <a:ln w="19050" cap="flat" cmpd="sng" algn="ctr">
            <a:solidFill>
              <a:schemeClr val="accent2"/>
            </a:solidFill>
            <a:prstDash val="dash"/>
            <a:round/>
            <a:headEnd type="oval" w="lg" len="lg"/>
            <a:tailEnd type="triangle" w="lg" len="lg"/>
          </a:ln>
        </p:spPr>
        <p:style>
          <a:lnRef idx="0">
            <a:scrgbClr r="0" g="0" b="0"/>
          </a:lnRef>
          <a:fillRef idx="0">
            <a:scrgbClr r="0" g="0" b="0"/>
          </a:fillRef>
          <a:effectRef idx="0">
            <a:scrgbClr r="0" g="0" b="0"/>
          </a:effectRef>
          <a:fontRef idx="minor">
            <a:schemeClr val="tx1"/>
          </a:fontRef>
        </p:style>
      </p:cxnSp>
      <p:sp>
        <p:nvSpPr>
          <p:cNvPr id="25" name="文本框 24"/>
          <p:cNvSpPr txBox="1"/>
          <p:nvPr>
            <p:custDataLst>
              <p:tags r:id="rId17"/>
            </p:custDataLst>
          </p:nvPr>
        </p:nvSpPr>
        <p:spPr>
          <a:xfrm>
            <a:off x="10776875" y="2158769"/>
            <a:ext cx="1273230" cy="1254124"/>
          </a:xfrm>
          <a:prstGeom prst="rect">
            <a:avLst/>
          </a:prstGeom>
          <a:noFill/>
        </p:spPr>
        <p:txBody>
          <a:bodyPr wrap="square" rtlCol="0">
            <a:noAutofit/>
          </a:bodyPr>
          <a:lstStyle/>
          <a:p>
            <a:pPr>
              <a:lnSpc>
                <a:spcPct val="150000"/>
              </a:lnSpc>
            </a:pPr>
            <a:r>
              <a:rPr lang="zh-CN" altLang="en-US" sz="1600" b="1" dirty="0">
                <a:solidFill>
                  <a:srgbClr val="EE822F"/>
                </a:solidFill>
                <a:latin typeface="微软雅黑" panose="020B0503020204020204" charset="-122"/>
                <a:ea typeface="微软雅黑" panose="020B0503020204020204" charset="-122"/>
              </a:rPr>
              <a:t>导航条</a:t>
            </a:r>
            <a:endParaRPr lang="en-US" altLang="zh-CN" sz="1600" b="1" dirty="0">
              <a:solidFill>
                <a:srgbClr val="EE822F"/>
              </a:solidFill>
              <a:latin typeface="微软雅黑" panose="020B0503020204020204" charset="-122"/>
              <a:ea typeface="微软雅黑" panose="020B0503020204020204" charset="-122"/>
            </a:endParaRPr>
          </a:p>
          <a:p>
            <a:pPr>
              <a:lnSpc>
                <a:spcPct val="150000"/>
              </a:lnSpc>
            </a:pPr>
            <a:r>
              <a:rPr lang="zh-CN" altLang="en-US" sz="1400" dirty="0">
                <a:solidFill>
                  <a:schemeClr val="tx1">
                    <a:lumMod val="50000"/>
                    <a:lumOff val="50000"/>
                  </a:schemeClr>
                </a:solidFill>
                <a:latin typeface="微软雅黑" panose="020B0503020204020204" charset="-122"/>
                <a:ea typeface="微软雅黑" panose="020B0503020204020204" charset="-122"/>
              </a:rPr>
              <a:t>占该抽屉弹窗占比</a:t>
            </a:r>
            <a:r>
              <a:rPr lang="en-US" altLang="zh-CN" sz="1400" dirty="0">
                <a:solidFill>
                  <a:schemeClr val="tx1">
                    <a:lumMod val="50000"/>
                    <a:lumOff val="50000"/>
                  </a:schemeClr>
                </a:solidFill>
                <a:latin typeface="微软雅黑" panose="020B0503020204020204" charset="-122"/>
                <a:ea typeface="微软雅黑" panose="020B0503020204020204" charset="-122"/>
              </a:rPr>
              <a:t>:20%</a:t>
            </a:r>
            <a:endParaRPr lang="zh-CN" altLang="en-US" sz="1400" dirty="0">
              <a:solidFill>
                <a:schemeClr val="tx1">
                  <a:lumMod val="50000"/>
                  <a:lumOff val="50000"/>
                </a:schemeClr>
              </a:solidFill>
              <a:latin typeface="微软雅黑" panose="020B0503020204020204" charset="-122"/>
              <a:ea typeface="微软雅黑" panose="020B0503020204020204" charset="-122"/>
            </a:endParaRPr>
          </a:p>
        </p:txBody>
      </p:sp>
      <p:cxnSp>
        <p:nvCxnSpPr>
          <p:cNvPr id="39" name="连接符: 曲线 48"/>
          <p:cNvCxnSpPr/>
          <p:nvPr>
            <p:custDataLst>
              <p:tags r:id="rId18"/>
            </p:custDataLst>
          </p:nvPr>
        </p:nvCxnSpPr>
        <p:spPr>
          <a:xfrm rot="16200000">
            <a:off x="6939280" y="1749425"/>
            <a:ext cx="1254125" cy="683895"/>
          </a:xfrm>
          <a:prstGeom prst="curvedConnector3">
            <a:avLst>
              <a:gd name="adj1" fmla="val 49975"/>
            </a:avLst>
          </a:prstGeom>
          <a:ln w="19050" cap="flat" cmpd="sng" algn="ctr">
            <a:solidFill>
              <a:schemeClr val="accent2"/>
            </a:solidFill>
            <a:prstDash val="dash"/>
            <a:round/>
            <a:headEnd type="oval" w="lg" len="lg"/>
            <a:tailEnd type="triangle" w="lg" len="lg"/>
          </a:ln>
        </p:spPr>
        <p:style>
          <a:lnRef idx="0">
            <a:scrgbClr r="0" g="0" b="0"/>
          </a:lnRef>
          <a:fillRef idx="0">
            <a:scrgbClr r="0" g="0" b="0"/>
          </a:fillRef>
          <a:effectRef idx="0">
            <a:scrgbClr r="0" g="0" b="0"/>
          </a:effectRef>
          <a:fontRef idx="minor">
            <a:schemeClr val="tx1"/>
          </a:fontRef>
        </p:style>
      </p:cxnSp>
      <p:sp>
        <p:nvSpPr>
          <p:cNvPr id="40" name="文本框 39"/>
          <p:cNvSpPr txBox="1"/>
          <p:nvPr>
            <p:custDataLst>
              <p:tags r:id="rId19"/>
            </p:custDataLst>
          </p:nvPr>
        </p:nvSpPr>
        <p:spPr>
          <a:xfrm>
            <a:off x="7157720" y="908050"/>
            <a:ext cx="1556385" cy="346393"/>
          </a:xfrm>
          <a:prstGeom prst="rect">
            <a:avLst/>
          </a:prstGeom>
          <a:noFill/>
        </p:spPr>
        <p:txBody>
          <a:bodyPr wrap="square" rtlCol="0">
            <a:noAutofit/>
          </a:bodyPr>
          <a:lstStyle/>
          <a:p>
            <a:r>
              <a:rPr lang="zh-CN" altLang="en-US" sz="1600" b="1" dirty="0">
                <a:solidFill>
                  <a:srgbClr val="EE822F"/>
                </a:solidFill>
                <a:latin typeface="微软雅黑" panose="020B0503020204020204" charset="-122"/>
                <a:ea typeface="微软雅黑" panose="020B0503020204020204" charset="-122"/>
              </a:rPr>
              <a:t>错误信息提示</a:t>
            </a:r>
            <a:endParaRPr lang="zh-CN" altLang="en-US" sz="1600" b="1" dirty="0">
              <a:solidFill>
                <a:srgbClr val="EE822F"/>
              </a:solidFill>
              <a:latin typeface="微软雅黑" panose="020B0503020204020204" charset="-122"/>
              <a:ea typeface="微软雅黑" panose="020B0503020204020204" charset="-122"/>
            </a:endParaRPr>
          </a:p>
        </p:txBody>
      </p:sp>
      <p:sp>
        <p:nvSpPr>
          <p:cNvPr id="13" name="文本框 12"/>
          <p:cNvSpPr txBox="1"/>
          <p:nvPr>
            <p:custDataLst>
              <p:tags r:id="rId20"/>
            </p:custDataLst>
          </p:nvPr>
        </p:nvSpPr>
        <p:spPr>
          <a:xfrm>
            <a:off x="4091305" y="3337560"/>
            <a:ext cx="2067560" cy="556260"/>
          </a:xfrm>
          <a:prstGeom prst="rect">
            <a:avLst/>
          </a:prstGeom>
          <a:noFill/>
        </p:spPr>
        <p:txBody>
          <a:bodyPr wrap="square" rtlCol="0">
            <a:noAutofit/>
          </a:bodyPr>
          <a:lstStyle/>
          <a:p>
            <a:r>
              <a:rPr lang="zh-CN" altLang="en-US" sz="1600" b="1" dirty="0">
                <a:solidFill>
                  <a:srgbClr val="EE822F"/>
                </a:solidFill>
                <a:latin typeface="微软雅黑" panose="020B0503020204020204" charset="-122"/>
                <a:ea typeface="微软雅黑" panose="020B0503020204020204" charset="-122"/>
              </a:rPr>
              <a:t>表单填写帮助信息</a:t>
            </a:r>
            <a:endParaRPr lang="zh-CN" altLang="en-US" sz="1600" b="1" dirty="0">
              <a:solidFill>
                <a:srgbClr val="EE822F"/>
              </a:solidFill>
              <a:latin typeface="微软雅黑" panose="020B0503020204020204" charset="-122"/>
              <a:ea typeface="微软雅黑" panose="020B0503020204020204" charset="-122"/>
            </a:endParaRPr>
          </a:p>
        </p:txBody>
      </p:sp>
      <p:sp>
        <p:nvSpPr>
          <p:cNvPr id="32" name="文本框 31"/>
          <p:cNvSpPr txBox="1"/>
          <p:nvPr>
            <p:custDataLst>
              <p:tags r:id="rId21"/>
            </p:custDataLst>
          </p:nvPr>
        </p:nvSpPr>
        <p:spPr>
          <a:xfrm>
            <a:off x="6762750" y="4533265"/>
            <a:ext cx="2716530" cy="556260"/>
          </a:xfrm>
          <a:prstGeom prst="rect">
            <a:avLst/>
          </a:prstGeom>
          <a:noFill/>
        </p:spPr>
        <p:txBody>
          <a:bodyPr wrap="square" rtlCol="0">
            <a:noAutofit/>
          </a:bodyPr>
          <a:lstStyle/>
          <a:p>
            <a:r>
              <a:rPr lang="zh-CN" altLang="en-US" sz="1600" b="1" dirty="0">
                <a:solidFill>
                  <a:srgbClr val="EE822F"/>
                </a:solidFill>
                <a:latin typeface="微软雅黑" panose="020B0503020204020204" charset="-122"/>
                <a:ea typeface="微软雅黑" panose="020B0503020204020204" charset="-122"/>
              </a:rPr>
              <a:t>表单填写要求信息</a:t>
            </a:r>
            <a:endParaRPr lang="zh-CN" altLang="en-US" sz="1600" b="1" dirty="0">
              <a:solidFill>
                <a:srgbClr val="EE822F"/>
              </a:solidFill>
              <a:latin typeface="微软雅黑" panose="020B0503020204020204" charset="-122"/>
              <a:ea typeface="微软雅黑" panose="020B0503020204020204" charset="-122"/>
            </a:endParaRPr>
          </a:p>
        </p:txBody>
      </p:sp>
      <p:cxnSp>
        <p:nvCxnSpPr>
          <p:cNvPr id="33" name="连接符: 曲线 48"/>
          <p:cNvCxnSpPr>
            <a:endCxn id="32" idx="0"/>
          </p:cNvCxnSpPr>
          <p:nvPr>
            <p:custDataLst>
              <p:tags r:id="rId22"/>
            </p:custDataLst>
          </p:nvPr>
        </p:nvCxnSpPr>
        <p:spPr>
          <a:xfrm rot="5400000" flipV="1">
            <a:off x="7379970" y="3791585"/>
            <a:ext cx="815975" cy="666115"/>
          </a:xfrm>
          <a:prstGeom prst="curvedConnector3">
            <a:avLst>
              <a:gd name="adj1" fmla="val 50039"/>
            </a:avLst>
          </a:prstGeom>
          <a:ln w="19050" cap="flat" cmpd="sng" algn="ctr">
            <a:solidFill>
              <a:schemeClr val="accent2"/>
            </a:solidFill>
            <a:prstDash val="dash"/>
            <a:round/>
            <a:headEnd type="oval" w="lg" len="lg"/>
            <a:tailEnd type="triangle" w="lg" len="lg"/>
          </a:ln>
        </p:spPr>
        <p:style>
          <a:lnRef idx="0">
            <a:scrgbClr r="0" g="0" b="0"/>
          </a:lnRef>
          <a:fillRef idx="0">
            <a:scrgbClr r="0" g="0" b="0"/>
          </a:fillRef>
          <a:effectRef idx="0">
            <a:scrgbClr r="0" g="0" b="0"/>
          </a:effectRef>
          <a:fontRef idx="minor">
            <a:schemeClr val="tx1"/>
          </a:fontRef>
        </p:style>
      </p:cxnSp>
      <p:cxnSp>
        <p:nvCxnSpPr>
          <p:cNvPr id="34" name="连接符: 曲线 48"/>
          <p:cNvCxnSpPr>
            <a:endCxn id="13" idx="0"/>
          </p:cNvCxnSpPr>
          <p:nvPr>
            <p:custDataLst>
              <p:tags r:id="rId23"/>
            </p:custDataLst>
          </p:nvPr>
        </p:nvCxnSpPr>
        <p:spPr>
          <a:xfrm>
            <a:off x="4318635" y="2856230"/>
            <a:ext cx="806450" cy="481330"/>
          </a:xfrm>
          <a:prstGeom prst="curvedConnector2">
            <a:avLst/>
          </a:prstGeom>
          <a:ln w="19050" cap="flat" cmpd="sng" algn="ctr">
            <a:solidFill>
              <a:schemeClr val="accent2"/>
            </a:solidFill>
            <a:prstDash val="dash"/>
            <a:round/>
            <a:headEnd type="oval" w="lg" len="lg"/>
            <a:tailEnd type="triangle" w="lg" len="lg"/>
          </a:ln>
        </p:spPr>
        <p:style>
          <a:lnRef idx="0">
            <a:scrgbClr r="0" g="0" b="0"/>
          </a:lnRef>
          <a:fillRef idx="0">
            <a:scrgbClr r="0" g="0" b="0"/>
          </a:fillRef>
          <a:effectRef idx="0">
            <a:scrgbClr r="0" g="0" b="0"/>
          </a:effectRef>
          <a:fontRef idx="minor">
            <a:schemeClr val="tx1"/>
          </a:fontRef>
        </p:style>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2"/>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3"/>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3" grpId="0"/>
      <p:bldP spid="26" grpId="0"/>
      <p:bldP spid="29" grpId="0"/>
      <p:bldP spid="30" grpId="0"/>
      <p:bldP spid="18" grpId="0"/>
      <p:bldP spid="25" grpId="0"/>
      <p:bldP spid="40" grpId="0"/>
      <p:bldP spid="13" grpId="0"/>
      <p:bldP spid="3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1"/>
          <p:cNvGrpSpPr/>
          <p:nvPr/>
        </p:nvGrpSpPr>
        <p:grpSpPr bwMode="auto">
          <a:xfrm>
            <a:off x="10701338" y="0"/>
            <a:ext cx="766762" cy="766763"/>
            <a:chOff x="11522" y="1262"/>
            <a:chExt cx="1864" cy="1864"/>
          </a:xfrm>
        </p:grpSpPr>
        <p:sp>
          <p:nvSpPr>
            <p:cNvPr id="5" name="矩形 4"/>
            <p:cNvSpPr/>
            <p:nvPr userDrawn="1">
              <p:custDataLst>
                <p:tags r:id="rId1"/>
              </p:custDataLst>
            </p:nvPr>
          </p:nvSpPr>
          <p:spPr>
            <a:xfrm>
              <a:off x="11522" y="1262"/>
              <a:ext cx="1864" cy="1864"/>
            </a:xfrm>
            <a:prstGeom prst="rect">
              <a:avLst/>
            </a:prstGeom>
            <a:solidFill>
              <a:srgbClr val="004EA2"/>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anchor="ctr"/>
            <a:lstStyle/>
            <a:p>
              <a:pPr algn="ctr" fontAlgn="auto"/>
              <a:endParaRPr lang="zh-CN" altLang="en-US" noProof="1"/>
            </a:p>
          </p:txBody>
        </p:sp>
        <p:pic>
          <p:nvPicPr>
            <p:cNvPr id="7" name="图片 7"/>
            <p:cNvPicPr>
              <a:picLocks noGrp="1" noChangeAspect="1" noChangeArrowheads="1"/>
            </p:cNvPicPr>
            <p:nvPr>
              <p:custDataLst>
                <p:tags r:id="rId2"/>
              </p:custDataLst>
            </p:nvPr>
          </p:nvPicPr>
          <p:blipFill>
            <a:blip r:embed="rId3">
              <a:extLst>
                <a:ext uri="{28A0092B-C50C-407E-A947-70E740481C1C}">
                  <a14:useLocalDpi xmlns:a14="http://schemas.microsoft.com/office/drawing/2010/main" val="0"/>
                </a:ext>
              </a:extLst>
            </a:blip>
            <a:srcRect/>
            <a:stretch>
              <a:fillRect/>
            </a:stretch>
          </p:blipFill>
          <p:spPr bwMode="auto">
            <a:xfrm>
              <a:off x="11750" y="1490"/>
              <a:ext cx="1408" cy="1408"/>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文本框 1"/>
          <p:cNvSpPr txBox="1"/>
          <p:nvPr/>
        </p:nvSpPr>
        <p:spPr>
          <a:xfrm>
            <a:off x="1222374" y="502085"/>
            <a:ext cx="879891" cy="460375"/>
          </a:xfrm>
          <a:prstGeom prst="rect">
            <a:avLst/>
          </a:prstGeom>
          <a:noFill/>
        </p:spPr>
        <p:txBody>
          <a:bodyPr wrap="square">
            <a:spAutoFit/>
          </a:bodyPr>
          <a:lstStyle>
            <a:defPPr>
              <a:defRPr lang="zh-CN"/>
            </a:defPPr>
            <a:lvl1pPr>
              <a:defRPr sz="15000">
                <a:gradFill flip="none" rotWithShape="1">
                  <a:gsLst>
                    <a:gs pos="23000">
                      <a:srgbClr val="C0DBD2"/>
                    </a:gs>
                    <a:gs pos="86239">
                      <a:srgbClr val="A6CFC9"/>
                    </a:gs>
                    <a:gs pos="47000">
                      <a:srgbClr val="7AA99E"/>
                    </a:gs>
                  </a:gsLst>
                  <a:lin ang="2700000" scaled="1"/>
                  <a:tileRect/>
                </a:gradFill>
                <a:latin typeface="Aa武道家" pitchFamily="18" charset="-122"/>
                <a:ea typeface="Aa武道家" pitchFamily="18" charset="-122"/>
              </a:defRPr>
            </a:lvl1pPr>
          </a:lstStyle>
          <a:p>
            <a:pPr eaLnBrk="1" fontAlgn="auto" hangingPunct="1">
              <a:defRPr/>
            </a:pPr>
            <a:r>
              <a:rPr lang="en-US" altLang="zh-CN" sz="2400" b="1" kern="0" noProof="1">
                <a:solidFill>
                  <a:srgbClr val="004EA2"/>
                </a:solidFill>
                <a:latin typeface="Arial" panose="020B0604020202020204" pitchFamily="34" charset="0"/>
                <a:ea typeface="微软雅黑" panose="020B0503020204020204" charset="-122"/>
                <a:cs typeface="Arial" panose="020B0604020202020204" pitchFamily="34" charset="0"/>
                <a:sym typeface="Arial" panose="020B0604020202020204" pitchFamily="34" charset="0"/>
              </a:rPr>
              <a:t>2.3</a:t>
            </a:r>
            <a:r>
              <a:rPr lang="en-US" altLang="zh-CN" sz="2400" b="1" kern="0" noProof="1">
                <a:solidFill>
                  <a:srgbClr val="004EA2"/>
                </a:solidFill>
                <a:latin typeface="微软雅黑" panose="020B0503020204020204" charset="-122"/>
                <a:ea typeface="微软雅黑" panose="020B0503020204020204" charset="-122"/>
                <a:sym typeface="Arial" panose="020B0604020202020204" pitchFamily="34" charset="0"/>
              </a:rPr>
              <a:t> </a:t>
            </a:r>
            <a:endParaRPr lang="en-US" altLang="zh-CN" sz="2400" b="1" kern="0" noProof="1">
              <a:solidFill>
                <a:srgbClr val="004EA2"/>
              </a:solidFill>
              <a:latin typeface="微软雅黑" panose="020B0503020204020204" charset="-122"/>
              <a:ea typeface="微软雅黑" panose="020B0503020204020204" charset="-122"/>
              <a:sym typeface="Arial" panose="020B0604020202020204" pitchFamily="34" charset="0"/>
            </a:endParaRPr>
          </a:p>
        </p:txBody>
      </p:sp>
      <p:sp>
        <p:nvSpPr>
          <p:cNvPr id="6" name="矩形 8"/>
          <p:cNvSpPr/>
          <p:nvPr/>
        </p:nvSpPr>
        <p:spPr bwMode="auto">
          <a:xfrm>
            <a:off x="2160000" y="470242"/>
            <a:ext cx="5051425" cy="497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20000"/>
              </a:lnSpc>
            </a:pPr>
            <a:r>
              <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rPr>
              <a:t>表单页</a:t>
            </a:r>
            <a:r>
              <a:rPr lang="en-US" altLang="zh-CN"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rPr>
              <a:t>-</a:t>
            </a:r>
            <a:r>
              <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rPr>
              <a:t>抽屉</a:t>
            </a:r>
            <a:r>
              <a:rPr lang="en-US" altLang="zh-CN"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rPr>
              <a:t>-</a:t>
            </a:r>
            <a:r>
              <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rPr>
              <a:t>全尺寸一览图</a:t>
            </a:r>
            <a:endPar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endParaRPr>
          </a:p>
        </p:txBody>
      </p:sp>
      <p:sp>
        <p:nvSpPr>
          <p:cNvPr id="3" name="矩形 11"/>
          <p:cNvSpPr/>
          <p:nvPr/>
        </p:nvSpPr>
        <p:spPr bwMode="auto">
          <a:xfrm>
            <a:off x="2160441" y="99159"/>
            <a:ext cx="2175299" cy="430374"/>
          </a:xfrm>
          <a:prstGeom prst="rect">
            <a:avLst/>
          </a:prstGeom>
          <a:grp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pPr>
            <a:r>
              <a:rPr kumimoji="0" lang="zh-CN" altLang="en-US" sz="2000" b="1" i="0" u="none" strike="noStrike" kern="0" cap="none" spc="0" normalizeH="0" baseline="0" noProof="0" dirty="0">
                <a:ln>
                  <a:noFill/>
                </a:ln>
                <a:solidFill>
                  <a:srgbClr val="FFFFFF">
                    <a:lumMod val="65000"/>
                  </a:srgbClr>
                </a:solidFill>
                <a:effectLst/>
                <a:uLnTx/>
                <a:uFillTx/>
                <a:latin typeface="微软雅黑" panose="020B0503020204020204" charset="-122"/>
                <a:ea typeface="微软雅黑" panose="020B0503020204020204" charset="-122"/>
                <a:cs typeface="微软雅黑" panose="020B0503020204020204" charset="-122"/>
              </a:rPr>
              <a:t>典型界面要求</a:t>
            </a:r>
            <a:endParaRPr kumimoji="0" lang="zh-CN" altLang="en-US" sz="2000" b="1" i="0" u="none" strike="noStrike" kern="0" cap="none" spc="0" normalizeH="0" baseline="0" noProof="0" dirty="0">
              <a:ln>
                <a:noFill/>
              </a:ln>
              <a:solidFill>
                <a:srgbClr val="FFFFFF">
                  <a:lumMod val="65000"/>
                </a:srgbClr>
              </a:solidFill>
              <a:effectLst/>
              <a:uLnTx/>
              <a:uFillTx/>
              <a:latin typeface="微软雅黑" panose="020B0503020204020204" charset="-122"/>
              <a:ea typeface="微软雅黑" panose="020B0503020204020204" charset="-122"/>
              <a:cs typeface="微软雅黑" panose="020B0503020204020204" charset="-122"/>
            </a:endParaRPr>
          </a:p>
        </p:txBody>
      </p:sp>
      <p:pic>
        <p:nvPicPr>
          <p:cNvPr id="35" name="图片 3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9076" y="1396724"/>
            <a:ext cx="5760000" cy="3240000"/>
          </a:xfrm>
          <a:prstGeom prst="rect">
            <a:avLst/>
          </a:prstGeom>
          <a:effectLst>
            <a:outerShdw blurRad="63500" sx="102000" sy="102000" algn="ctr" rotWithShape="0">
              <a:prstClr val="black">
                <a:alpha val="20000"/>
              </a:prstClr>
            </a:outerShdw>
          </a:effectLst>
        </p:spPr>
      </p:pic>
      <p:pic>
        <p:nvPicPr>
          <p:cNvPr id="45" name="图片 4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512786" y="2294604"/>
            <a:ext cx="5760000" cy="3240000"/>
          </a:xfrm>
          <a:prstGeom prst="rect">
            <a:avLst/>
          </a:prstGeom>
          <a:effectLst>
            <a:outerShdw blurRad="63500" sx="102000" sy="102000" algn="ctr" rotWithShape="0">
              <a:prstClr val="black">
                <a:alpha val="20000"/>
              </a:prstClr>
            </a:outerShdw>
          </a:effectLst>
        </p:spPr>
      </p:pic>
      <p:pic>
        <p:nvPicPr>
          <p:cNvPr id="41" name="图片 4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173012" y="3285592"/>
            <a:ext cx="5760000" cy="3240000"/>
          </a:xfrm>
          <a:prstGeom prst="rect">
            <a:avLst/>
          </a:prstGeom>
          <a:effectLst>
            <a:outerShdw blurRad="63500" sx="102000" sy="102000" algn="ctr" rotWithShape="0">
              <a:prstClr val="black">
                <a:alpha val="20000"/>
              </a:prstClr>
            </a:outerShdw>
          </a:effectLst>
        </p:spPr>
      </p:pic>
      <p:cxnSp>
        <p:nvCxnSpPr>
          <p:cNvPr id="47" name="直接箭头连接符 46"/>
          <p:cNvCxnSpPr/>
          <p:nvPr/>
        </p:nvCxnSpPr>
        <p:spPr>
          <a:xfrm flipV="1">
            <a:off x="1919288" y="1157288"/>
            <a:ext cx="0" cy="239436"/>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48" name="直接箭头连接符 47"/>
          <p:cNvCxnSpPr/>
          <p:nvPr/>
        </p:nvCxnSpPr>
        <p:spPr>
          <a:xfrm flipV="1">
            <a:off x="6339076" y="1157288"/>
            <a:ext cx="0" cy="239436"/>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50" name="直接连接符 49"/>
          <p:cNvCxnSpPr/>
          <p:nvPr/>
        </p:nvCxnSpPr>
        <p:spPr>
          <a:xfrm>
            <a:off x="1919288" y="1276350"/>
            <a:ext cx="4419788" cy="0"/>
          </a:xfrm>
          <a:prstGeom prst="line">
            <a:avLst/>
          </a:prstGeom>
        </p:spPr>
        <p:style>
          <a:lnRef idx="1">
            <a:schemeClr val="accent6"/>
          </a:lnRef>
          <a:fillRef idx="0">
            <a:schemeClr val="accent6"/>
          </a:fillRef>
          <a:effectRef idx="0">
            <a:schemeClr val="accent6"/>
          </a:effectRef>
          <a:fontRef idx="minor">
            <a:schemeClr val="tx1"/>
          </a:fontRef>
        </p:style>
      </p:cxnSp>
      <p:cxnSp>
        <p:nvCxnSpPr>
          <p:cNvPr id="53" name="直接箭头连接符 52"/>
          <p:cNvCxnSpPr/>
          <p:nvPr/>
        </p:nvCxnSpPr>
        <p:spPr>
          <a:xfrm flipV="1">
            <a:off x="8272786" y="2103556"/>
            <a:ext cx="0" cy="239436"/>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54" name="直接连接符 53"/>
          <p:cNvCxnSpPr/>
          <p:nvPr/>
        </p:nvCxnSpPr>
        <p:spPr>
          <a:xfrm>
            <a:off x="4685712" y="2235478"/>
            <a:ext cx="3587074" cy="18646"/>
          </a:xfrm>
          <a:prstGeom prst="line">
            <a:avLst/>
          </a:prstGeom>
        </p:spPr>
        <p:style>
          <a:lnRef idx="1">
            <a:schemeClr val="accent6"/>
          </a:lnRef>
          <a:fillRef idx="0">
            <a:schemeClr val="accent6"/>
          </a:fillRef>
          <a:effectRef idx="0">
            <a:schemeClr val="accent6"/>
          </a:effectRef>
          <a:fontRef idx="minor">
            <a:schemeClr val="tx1"/>
          </a:fontRef>
        </p:style>
      </p:cxnSp>
      <p:cxnSp>
        <p:nvCxnSpPr>
          <p:cNvPr id="60" name="直接箭头连接符 59"/>
          <p:cNvCxnSpPr/>
          <p:nvPr/>
        </p:nvCxnSpPr>
        <p:spPr>
          <a:xfrm flipV="1">
            <a:off x="4685712" y="2099084"/>
            <a:ext cx="0" cy="239436"/>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61" name="直接连接符 60"/>
          <p:cNvCxnSpPr/>
          <p:nvPr/>
        </p:nvCxnSpPr>
        <p:spPr>
          <a:xfrm>
            <a:off x="8661400" y="3204630"/>
            <a:ext cx="2271612" cy="0"/>
          </a:xfrm>
          <a:prstGeom prst="line">
            <a:avLst/>
          </a:prstGeom>
        </p:spPr>
        <p:style>
          <a:lnRef idx="1">
            <a:schemeClr val="accent6"/>
          </a:lnRef>
          <a:fillRef idx="0">
            <a:schemeClr val="accent6"/>
          </a:fillRef>
          <a:effectRef idx="0">
            <a:schemeClr val="accent6"/>
          </a:effectRef>
          <a:fontRef idx="minor">
            <a:schemeClr val="tx1"/>
          </a:fontRef>
        </p:style>
      </p:cxnSp>
      <p:cxnSp>
        <p:nvCxnSpPr>
          <p:cNvPr id="63" name="直接箭头连接符 62"/>
          <p:cNvCxnSpPr/>
          <p:nvPr/>
        </p:nvCxnSpPr>
        <p:spPr>
          <a:xfrm flipV="1">
            <a:off x="10925398" y="3046156"/>
            <a:ext cx="0" cy="239436"/>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65" name="直接箭头连接符 64"/>
          <p:cNvCxnSpPr/>
          <p:nvPr/>
        </p:nvCxnSpPr>
        <p:spPr>
          <a:xfrm flipV="1">
            <a:off x="8658225" y="3049331"/>
            <a:ext cx="0" cy="239436"/>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67" name="文本框 66"/>
          <p:cNvSpPr txBox="1"/>
          <p:nvPr/>
        </p:nvSpPr>
        <p:spPr>
          <a:xfrm>
            <a:off x="2575032" y="950788"/>
            <a:ext cx="3069019" cy="307777"/>
          </a:xfrm>
          <a:prstGeom prst="rect">
            <a:avLst/>
          </a:prstGeom>
          <a:noFill/>
        </p:spPr>
        <p:txBody>
          <a:bodyPr wrap="square" rtlCol="0">
            <a:spAutoFit/>
          </a:bodyPr>
          <a:lstStyle/>
          <a:p>
            <a:r>
              <a:rPr lang="zh-CN" altLang="en-US" sz="1400" dirty="0">
                <a:solidFill>
                  <a:schemeClr val="bg1"/>
                </a:solidFill>
                <a:highlight>
                  <a:srgbClr val="EE822F"/>
                </a:highlight>
                <a:latin typeface="微软雅黑" panose="020B0503020204020204" charset="-122"/>
                <a:ea typeface="微软雅黑" panose="020B0503020204020204" charset="-122"/>
              </a:rPr>
              <a:t>大抽屉，含导航条，尺寸占页面</a:t>
            </a:r>
            <a:r>
              <a:rPr lang="en-US" altLang="zh-CN" sz="1400" dirty="0">
                <a:solidFill>
                  <a:schemeClr val="bg1"/>
                </a:solidFill>
                <a:highlight>
                  <a:srgbClr val="EE822F"/>
                </a:highlight>
                <a:latin typeface="微软雅黑" panose="020B0503020204020204" charset="-122"/>
                <a:ea typeface="微软雅黑" panose="020B0503020204020204" charset="-122"/>
              </a:rPr>
              <a:t>70%</a:t>
            </a:r>
            <a:endParaRPr lang="zh-CN" altLang="en-US" sz="1400" dirty="0">
              <a:solidFill>
                <a:schemeClr val="bg1"/>
              </a:solidFill>
              <a:highlight>
                <a:srgbClr val="EE822F"/>
              </a:highlight>
              <a:latin typeface="微软雅黑" panose="020B0503020204020204" charset="-122"/>
              <a:ea typeface="微软雅黑" panose="020B0503020204020204" charset="-122"/>
            </a:endParaRPr>
          </a:p>
        </p:txBody>
      </p:sp>
      <p:sp>
        <p:nvSpPr>
          <p:cNvPr id="68" name="文本框 67"/>
          <p:cNvSpPr txBox="1"/>
          <p:nvPr/>
        </p:nvSpPr>
        <p:spPr>
          <a:xfrm>
            <a:off x="4897823" y="1887221"/>
            <a:ext cx="3258201" cy="307777"/>
          </a:xfrm>
          <a:prstGeom prst="rect">
            <a:avLst/>
          </a:prstGeom>
          <a:noFill/>
        </p:spPr>
        <p:txBody>
          <a:bodyPr wrap="square" rtlCol="0">
            <a:spAutoFit/>
          </a:bodyPr>
          <a:lstStyle/>
          <a:p>
            <a:r>
              <a:rPr lang="zh-CN" altLang="en-US" sz="1400" dirty="0">
                <a:solidFill>
                  <a:schemeClr val="bg1"/>
                </a:solidFill>
                <a:highlight>
                  <a:srgbClr val="EE822F"/>
                </a:highlight>
                <a:latin typeface="微软雅黑" panose="020B0503020204020204" charset="-122"/>
                <a:ea typeface="微软雅黑" panose="020B0503020204020204" charset="-122"/>
              </a:rPr>
              <a:t>中抽屉，不含导航条，尺寸占页面</a:t>
            </a:r>
            <a:r>
              <a:rPr lang="en-US" altLang="zh-CN" sz="1400" dirty="0">
                <a:solidFill>
                  <a:schemeClr val="bg1"/>
                </a:solidFill>
                <a:highlight>
                  <a:srgbClr val="EE822F"/>
                </a:highlight>
                <a:latin typeface="微软雅黑" panose="020B0503020204020204" charset="-122"/>
                <a:ea typeface="微软雅黑" panose="020B0503020204020204" charset="-122"/>
              </a:rPr>
              <a:t>60%</a:t>
            </a:r>
            <a:endParaRPr lang="zh-CN" altLang="en-US" sz="1400" dirty="0">
              <a:solidFill>
                <a:schemeClr val="bg1"/>
              </a:solidFill>
              <a:highlight>
                <a:srgbClr val="EE822F"/>
              </a:highlight>
              <a:latin typeface="微软雅黑" panose="020B0503020204020204" charset="-122"/>
              <a:ea typeface="微软雅黑" panose="020B0503020204020204" charset="-122"/>
            </a:endParaRPr>
          </a:p>
        </p:txBody>
      </p:sp>
      <p:sp>
        <p:nvSpPr>
          <p:cNvPr id="69" name="文本框 68"/>
          <p:cNvSpPr txBox="1"/>
          <p:nvPr/>
        </p:nvSpPr>
        <p:spPr>
          <a:xfrm>
            <a:off x="8658225" y="2738379"/>
            <a:ext cx="2175297" cy="307777"/>
          </a:xfrm>
          <a:prstGeom prst="rect">
            <a:avLst/>
          </a:prstGeom>
          <a:noFill/>
        </p:spPr>
        <p:txBody>
          <a:bodyPr wrap="square" rtlCol="0">
            <a:spAutoFit/>
          </a:bodyPr>
          <a:lstStyle/>
          <a:p>
            <a:r>
              <a:rPr lang="zh-CN" altLang="en-US" sz="1400" dirty="0">
                <a:solidFill>
                  <a:schemeClr val="bg1"/>
                </a:solidFill>
                <a:highlight>
                  <a:srgbClr val="EE822F"/>
                </a:highlight>
                <a:latin typeface="微软雅黑" panose="020B0503020204020204" charset="-122"/>
                <a:ea typeface="微软雅黑" panose="020B0503020204020204" charset="-122"/>
              </a:rPr>
              <a:t>小抽屉，尺寸占页面</a:t>
            </a:r>
            <a:r>
              <a:rPr lang="en-US" altLang="zh-CN" sz="1400" dirty="0">
                <a:solidFill>
                  <a:schemeClr val="bg1"/>
                </a:solidFill>
                <a:highlight>
                  <a:srgbClr val="EE822F"/>
                </a:highlight>
                <a:latin typeface="微软雅黑" panose="020B0503020204020204" charset="-122"/>
                <a:ea typeface="微软雅黑" panose="020B0503020204020204" charset="-122"/>
              </a:rPr>
              <a:t>40%</a:t>
            </a:r>
            <a:endParaRPr lang="zh-CN" altLang="en-US" sz="1400" dirty="0">
              <a:solidFill>
                <a:schemeClr val="bg1"/>
              </a:solidFill>
              <a:highlight>
                <a:srgbClr val="EE822F"/>
              </a:highlight>
              <a:latin typeface="微软雅黑" panose="020B0503020204020204" charset="-122"/>
              <a:ea typeface="微软雅黑" panose="020B0503020204020204" charset="-122"/>
            </a:endParaRPr>
          </a:p>
        </p:txBody>
      </p:sp>
      <p:sp>
        <p:nvSpPr>
          <p:cNvPr id="13" name="矩形 12"/>
          <p:cNvSpPr/>
          <p:nvPr/>
        </p:nvSpPr>
        <p:spPr>
          <a:xfrm>
            <a:off x="1343025" y="1397000"/>
            <a:ext cx="156845" cy="178435"/>
          </a:xfrm>
          <a:prstGeom prst="rect">
            <a:avLst/>
          </a:prstGeom>
          <a:solidFill>
            <a:srgbClr val="B2B2B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 name="矩形 7"/>
          <p:cNvSpPr/>
          <p:nvPr/>
        </p:nvSpPr>
        <p:spPr>
          <a:xfrm>
            <a:off x="3285490" y="2294890"/>
            <a:ext cx="156845" cy="178435"/>
          </a:xfrm>
          <a:prstGeom prst="rect">
            <a:avLst/>
          </a:prstGeom>
          <a:solidFill>
            <a:srgbClr val="B2B2B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3-表单页-全屏页"/>
          <p:cNvPicPr>
            <a:picLocks noChangeAspect="1"/>
          </p:cNvPicPr>
          <p:nvPr/>
        </p:nvPicPr>
        <p:blipFill>
          <a:blip r:embed="rId1"/>
          <a:stretch>
            <a:fillRect/>
          </a:stretch>
        </p:blipFill>
        <p:spPr>
          <a:xfrm>
            <a:off x="302895" y="968375"/>
            <a:ext cx="10239375" cy="5759450"/>
          </a:xfrm>
          <a:prstGeom prst="rect">
            <a:avLst/>
          </a:prstGeom>
          <a:ln w="0">
            <a:noFill/>
          </a:ln>
          <a:effectLst>
            <a:outerShdw blurRad="50800" dist="38100" dir="2700000" algn="tl" rotWithShape="0">
              <a:prstClr val="black">
                <a:alpha val="10000"/>
              </a:prstClr>
            </a:outerShdw>
          </a:effectLst>
        </p:spPr>
      </p:pic>
      <p:grpSp>
        <p:nvGrpSpPr>
          <p:cNvPr id="4" name="组合 1"/>
          <p:cNvGrpSpPr/>
          <p:nvPr/>
        </p:nvGrpSpPr>
        <p:grpSpPr bwMode="auto">
          <a:xfrm>
            <a:off x="10701338" y="0"/>
            <a:ext cx="766762" cy="766763"/>
            <a:chOff x="11522" y="1262"/>
            <a:chExt cx="1864" cy="1864"/>
          </a:xfrm>
        </p:grpSpPr>
        <p:sp>
          <p:nvSpPr>
            <p:cNvPr id="5" name="矩形 4"/>
            <p:cNvSpPr/>
            <p:nvPr userDrawn="1">
              <p:custDataLst>
                <p:tags r:id="rId2"/>
              </p:custDataLst>
            </p:nvPr>
          </p:nvSpPr>
          <p:spPr>
            <a:xfrm>
              <a:off x="11522" y="1262"/>
              <a:ext cx="1864" cy="1864"/>
            </a:xfrm>
            <a:prstGeom prst="rect">
              <a:avLst/>
            </a:prstGeom>
            <a:solidFill>
              <a:srgbClr val="004EA2"/>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anchor="ctr"/>
            <a:lstStyle/>
            <a:p>
              <a:pPr algn="ctr" fontAlgn="auto"/>
              <a:endParaRPr lang="zh-CN" altLang="en-US" noProof="1"/>
            </a:p>
          </p:txBody>
        </p:sp>
        <p:pic>
          <p:nvPicPr>
            <p:cNvPr id="7" name="图片 7"/>
            <p:cNvPicPr>
              <a:picLocks noGrp="1" noChangeAspect="1" noChangeArrowheads="1"/>
            </p:cNvPicPr>
            <p:nvPr>
              <p:custDataLst>
                <p:tags r:id="rId3"/>
              </p:custDataLst>
            </p:nvPr>
          </p:nvPicPr>
          <p:blipFill>
            <a:blip r:embed="rId4">
              <a:extLst>
                <a:ext uri="{28A0092B-C50C-407E-A947-70E740481C1C}">
                  <a14:useLocalDpi xmlns:a14="http://schemas.microsoft.com/office/drawing/2010/main" val="0"/>
                </a:ext>
              </a:extLst>
            </a:blip>
            <a:srcRect/>
            <a:stretch>
              <a:fillRect/>
            </a:stretch>
          </p:blipFill>
          <p:spPr bwMode="auto">
            <a:xfrm>
              <a:off x="11750" y="1490"/>
              <a:ext cx="1408" cy="1408"/>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文本框 1"/>
          <p:cNvSpPr txBox="1"/>
          <p:nvPr/>
        </p:nvSpPr>
        <p:spPr>
          <a:xfrm>
            <a:off x="1222374" y="502085"/>
            <a:ext cx="879891" cy="460375"/>
          </a:xfrm>
          <a:prstGeom prst="rect">
            <a:avLst/>
          </a:prstGeom>
          <a:noFill/>
        </p:spPr>
        <p:txBody>
          <a:bodyPr wrap="square">
            <a:spAutoFit/>
          </a:bodyPr>
          <a:lstStyle>
            <a:defPPr>
              <a:defRPr lang="zh-CN"/>
            </a:defPPr>
            <a:lvl1pPr>
              <a:defRPr sz="15000">
                <a:gradFill flip="none" rotWithShape="1">
                  <a:gsLst>
                    <a:gs pos="23000">
                      <a:srgbClr val="C0DBD2"/>
                    </a:gs>
                    <a:gs pos="86239">
                      <a:srgbClr val="A6CFC9"/>
                    </a:gs>
                    <a:gs pos="47000">
                      <a:srgbClr val="7AA99E"/>
                    </a:gs>
                  </a:gsLst>
                  <a:lin ang="2700000" scaled="1"/>
                  <a:tileRect/>
                </a:gradFill>
                <a:latin typeface="Aa武道家" pitchFamily="18" charset="-122"/>
                <a:ea typeface="Aa武道家" pitchFamily="18" charset="-122"/>
              </a:defRPr>
            </a:lvl1pPr>
          </a:lstStyle>
          <a:p>
            <a:pPr eaLnBrk="1" fontAlgn="auto" hangingPunct="1">
              <a:defRPr/>
            </a:pPr>
            <a:r>
              <a:rPr lang="en-US" altLang="zh-CN" sz="2400" b="1" kern="0" noProof="1">
                <a:solidFill>
                  <a:srgbClr val="004EA2"/>
                </a:solidFill>
                <a:latin typeface="Arial" panose="020B0604020202020204" pitchFamily="34" charset="0"/>
                <a:ea typeface="微软雅黑" panose="020B0503020204020204" charset="-122"/>
                <a:cs typeface="Arial" panose="020B0604020202020204" pitchFamily="34" charset="0"/>
                <a:sym typeface="Arial" panose="020B0604020202020204" pitchFamily="34" charset="0"/>
              </a:rPr>
              <a:t>2.3</a:t>
            </a:r>
            <a:r>
              <a:rPr lang="en-US" altLang="zh-CN" sz="2400" b="1" kern="0" noProof="1">
                <a:solidFill>
                  <a:srgbClr val="004EA2"/>
                </a:solidFill>
                <a:latin typeface="微软雅黑" panose="020B0503020204020204" charset="-122"/>
                <a:ea typeface="微软雅黑" panose="020B0503020204020204" charset="-122"/>
                <a:sym typeface="Arial" panose="020B0604020202020204" pitchFamily="34" charset="0"/>
              </a:rPr>
              <a:t> </a:t>
            </a:r>
            <a:endParaRPr lang="en-US" altLang="zh-CN" sz="2400" b="1" kern="0" noProof="1">
              <a:solidFill>
                <a:srgbClr val="004EA2"/>
              </a:solidFill>
              <a:latin typeface="微软雅黑" panose="020B0503020204020204" charset="-122"/>
              <a:ea typeface="微软雅黑" panose="020B0503020204020204" charset="-122"/>
              <a:sym typeface="Arial" panose="020B0604020202020204" pitchFamily="34" charset="0"/>
            </a:endParaRPr>
          </a:p>
        </p:txBody>
      </p:sp>
      <p:sp>
        <p:nvSpPr>
          <p:cNvPr id="6" name="矩形 8"/>
          <p:cNvSpPr/>
          <p:nvPr/>
        </p:nvSpPr>
        <p:spPr bwMode="auto">
          <a:xfrm>
            <a:off x="2160000" y="470242"/>
            <a:ext cx="5051425" cy="497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20000"/>
              </a:lnSpc>
            </a:pPr>
            <a:r>
              <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rPr>
              <a:t>表单页</a:t>
            </a:r>
            <a:r>
              <a:rPr lang="en-US" altLang="zh-CN"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rPr>
              <a:t>-</a:t>
            </a:r>
            <a:r>
              <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rPr>
              <a:t>全屏模式</a:t>
            </a:r>
            <a:endPar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endParaRPr>
          </a:p>
        </p:txBody>
      </p:sp>
      <p:sp>
        <p:nvSpPr>
          <p:cNvPr id="3" name="矩形 11"/>
          <p:cNvSpPr/>
          <p:nvPr/>
        </p:nvSpPr>
        <p:spPr bwMode="auto">
          <a:xfrm>
            <a:off x="2160441" y="99159"/>
            <a:ext cx="2175299" cy="430374"/>
          </a:xfrm>
          <a:prstGeom prst="rect">
            <a:avLst/>
          </a:prstGeom>
          <a:grp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pPr>
            <a:r>
              <a:rPr kumimoji="0" lang="zh-CN" altLang="en-US" sz="2000" b="1" i="0" u="none" strike="noStrike" kern="0" cap="none" spc="0" normalizeH="0" baseline="0" noProof="0" dirty="0">
                <a:ln>
                  <a:noFill/>
                </a:ln>
                <a:solidFill>
                  <a:srgbClr val="FFFFFF">
                    <a:lumMod val="65000"/>
                  </a:srgbClr>
                </a:solidFill>
                <a:effectLst/>
                <a:uLnTx/>
                <a:uFillTx/>
                <a:latin typeface="微软雅黑" panose="020B0503020204020204" charset="-122"/>
                <a:ea typeface="微软雅黑" panose="020B0503020204020204" charset="-122"/>
                <a:cs typeface="微软雅黑" panose="020B0503020204020204" charset="-122"/>
              </a:rPr>
              <a:t>典型界面要求</a:t>
            </a:r>
            <a:endParaRPr kumimoji="0" lang="zh-CN" altLang="en-US" sz="2000" b="1" i="0" u="none" strike="noStrike" kern="0" cap="none" spc="0" normalizeH="0" baseline="0" noProof="0" dirty="0">
              <a:ln>
                <a:noFill/>
              </a:ln>
              <a:solidFill>
                <a:srgbClr val="FFFFFF">
                  <a:lumMod val="65000"/>
                </a:srgbClr>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9" name="文本框 28"/>
          <p:cNvSpPr txBox="1"/>
          <p:nvPr>
            <p:custDataLst>
              <p:tags r:id="rId5"/>
            </p:custDataLst>
          </p:nvPr>
        </p:nvSpPr>
        <p:spPr>
          <a:xfrm>
            <a:off x="10631170" y="6042292"/>
            <a:ext cx="1348740" cy="556260"/>
          </a:xfrm>
          <a:prstGeom prst="rect">
            <a:avLst/>
          </a:prstGeom>
          <a:noFill/>
        </p:spPr>
        <p:txBody>
          <a:bodyPr wrap="square" rtlCol="0">
            <a:noAutofit/>
          </a:bodyPr>
          <a:lstStyle/>
          <a:p>
            <a:r>
              <a:rPr lang="zh-CN" altLang="en-US" sz="1600" b="1" dirty="0">
                <a:solidFill>
                  <a:srgbClr val="EE822F"/>
                </a:solidFill>
                <a:latin typeface="微软雅黑" panose="020B0503020204020204" charset="-122"/>
                <a:ea typeface="微软雅黑" panose="020B0503020204020204" charset="-122"/>
              </a:rPr>
              <a:t>底部操作盘吸底</a:t>
            </a:r>
            <a:endParaRPr lang="zh-CN" altLang="en-US" sz="1600" b="1" dirty="0">
              <a:solidFill>
                <a:srgbClr val="EE822F"/>
              </a:solidFill>
              <a:latin typeface="微软雅黑" panose="020B0503020204020204" charset="-122"/>
              <a:ea typeface="微软雅黑" panose="020B0503020204020204" charset="-122"/>
            </a:endParaRPr>
          </a:p>
        </p:txBody>
      </p:sp>
      <p:cxnSp>
        <p:nvCxnSpPr>
          <p:cNvPr id="9" name="连接符: 曲线 48"/>
          <p:cNvCxnSpPr/>
          <p:nvPr>
            <p:custDataLst>
              <p:tags r:id="rId6"/>
            </p:custDataLst>
          </p:nvPr>
        </p:nvCxnSpPr>
        <p:spPr>
          <a:xfrm flipV="1">
            <a:off x="9815830" y="6448425"/>
            <a:ext cx="615950" cy="34925"/>
          </a:xfrm>
          <a:prstGeom prst="curvedConnector3">
            <a:avLst>
              <a:gd name="adj1" fmla="val 50103"/>
            </a:avLst>
          </a:prstGeom>
          <a:ln w="19050" cap="flat" cmpd="sng" algn="ctr">
            <a:solidFill>
              <a:schemeClr val="accent2"/>
            </a:solidFill>
            <a:prstDash val="dash"/>
            <a:round/>
            <a:headEnd type="oval" w="lg" len="lg"/>
            <a:tailEnd type="triangle" w="lg" len="lg"/>
          </a:ln>
        </p:spPr>
        <p:style>
          <a:lnRef idx="0">
            <a:scrgbClr r="0" g="0" b="0"/>
          </a:lnRef>
          <a:fillRef idx="0">
            <a:scrgbClr r="0" g="0" b="0"/>
          </a:fillRef>
          <a:effectRef idx="0">
            <a:scrgbClr r="0" g="0" b="0"/>
          </a:effectRef>
          <a:fontRef idx="minor">
            <a:schemeClr val="tx1"/>
          </a:fontRef>
        </p:style>
      </p:cxnSp>
      <p:cxnSp>
        <p:nvCxnSpPr>
          <p:cNvPr id="20" name="直接连接符 19"/>
          <p:cNvCxnSpPr/>
          <p:nvPr/>
        </p:nvCxnSpPr>
        <p:spPr>
          <a:xfrm flipH="1" flipV="1">
            <a:off x="10593332" y="1363708"/>
            <a:ext cx="1270" cy="4267200"/>
          </a:xfrm>
          <a:prstGeom prst="line">
            <a:avLst/>
          </a:prstGeom>
          <a:ln w="28575" cap="rnd" cmpd="sng">
            <a:solidFill>
              <a:srgbClr val="EE822F"/>
            </a:solidFill>
            <a:prstDash val="solid"/>
            <a:round/>
          </a:ln>
        </p:spPr>
        <p:style>
          <a:lnRef idx="0">
            <a:srgbClr val="FFFFFF"/>
          </a:lnRef>
          <a:fillRef idx="0">
            <a:srgbClr val="FFFFFF"/>
          </a:fillRef>
          <a:effectRef idx="0">
            <a:srgbClr val="FFFFFF"/>
          </a:effectRef>
          <a:fontRef idx="minor">
            <a:schemeClr val="tx1"/>
          </a:fontRef>
        </p:style>
      </p:cxnSp>
      <p:cxnSp>
        <p:nvCxnSpPr>
          <p:cNvPr id="21" name="直接连接符 20"/>
          <p:cNvCxnSpPr/>
          <p:nvPr/>
        </p:nvCxnSpPr>
        <p:spPr>
          <a:xfrm flipH="1" flipV="1">
            <a:off x="10056562" y="5641068"/>
            <a:ext cx="540000" cy="0"/>
          </a:xfrm>
          <a:prstGeom prst="line">
            <a:avLst/>
          </a:prstGeom>
          <a:ln w="28575" cmpd="sng">
            <a:solidFill>
              <a:srgbClr val="EE822F"/>
            </a:solidFill>
            <a:prstDash val="solid"/>
          </a:ln>
        </p:spPr>
        <p:style>
          <a:lnRef idx="2">
            <a:schemeClr val="accent1"/>
          </a:lnRef>
          <a:fillRef idx="0">
            <a:srgbClr val="FFFFFF"/>
          </a:fillRef>
          <a:effectRef idx="0">
            <a:srgbClr val="FFFFFF"/>
          </a:effectRef>
          <a:fontRef idx="minor">
            <a:schemeClr val="tx1"/>
          </a:fontRef>
        </p:style>
      </p:cxnSp>
      <p:cxnSp>
        <p:nvCxnSpPr>
          <p:cNvPr id="22" name="直接连接符 21"/>
          <p:cNvCxnSpPr/>
          <p:nvPr/>
        </p:nvCxnSpPr>
        <p:spPr>
          <a:xfrm flipH="1" flipV="1">
            <a:off x="10054852" y="1363708"/>
            <a:ext cx="539750" cy="0"/>
          </a:xfrm>
          <a:prstGeom prst="line">
            <a:avLst/>
          </a:prstGeom>
          <a:ln w="28575" cmpd="sng">
            <a:solidFill>
              <a:srgbClr val="EE822F"/>
            </a:solidFill>
            <a:prstDash val="solid"/>
          </a:ln>
        </p:spPr>
        <p:style>
          <a:lnRef idx="2">
            <a:schemeClr val="accent1"/>
          </a:lnRef>
          <a:fillRef idx="0">
            <a:srgbClr val="FFFFFF"/>
          </a:fillRef>
          <a:effectRef idx="0">
            <a:srgbClr val="FFFFFF"/>
          </a:effectRef>
          <a:fontRef idx="minor">
            <a:schemeClr val="tx1"/>
          </a:fontRef>
        </p:style>
      </p:cxnSp>
      <p:cxnSp>
        <p:nvCxnSpPr>
          <p:cNvPr id="24" name="连接符: 曲线 48"/>
          <p:cNvCxnSpPr/>
          <p:nvPr>
            <p:custDataLst>
              <p:tags r:id="rId7"/>
            </p:custDataLst>
          </p:nvPr>
        </p:nvCxnSpPr>
        <p:spPr>
          <a:xfrm flipV="1">
            <a:off x="10701655" y="2680970"/>
            <a:ext cx="636270" cy="17145"/>
          </a:xfrm>
          <a:prstGeom prst="curvedConnector3">
            <a:avLst>
              <a:gd name="adj1" fmla="val 50100"/>
            </a:avLst>
          </a:prstGeom>
          <a:ln w="19050" cap="flat" cmpd="sng" algn="ctr">
            <a:solidFill>
              <a:schemeClr val="accent2"/>
            </a:solidFill>
            <a:prstDash val="dash"/>
            <a:round/>
            <a:headEnd type="oval" w="lg" len="lg"/>
            <a:tailEnd type="triangle" w="lg" len="lg"/>
          </a:ln>
        </p:spPr>
        <p:style>
          <a:lnRef idx="0">
            <a:scrgbClr r="0" g="0" b="0"/>
          </a:lnRef>
          <a:fillRef idx="0">
            <a:scrgbClr r="0" g="0" b="0"/>
          </a:fillRef>
          <a:effectRef idx="0">
            <a:scrgbClr r="0" g="0" b="0"/>
          </a:effectRef>
          <a:fontRef idx="minor">
            <a:schemeClr val="tx1"/>
          </a:fontRef>
        </p:style>
      </p:cxnSp>
      <p:sp>
        <p:nvSpPr>
          <p:cNvPr id="23" name="文本框 22"/>
          <p:cNvSpPr txBox="1"/>
          <p:nvPr>
            <p:custDataLst>
              <p:tags r:id="rId8"/>
            </p:custDataLst>
          </p:nvPr>
        </p:nvSpPr>
        <p:spPr>
          <a:xfrm>
            <a:off x="10795126" y="2855887"/>
            <a:ext cx="953135" cy="365760"/>
          </a:xfrm>
          <a:prstGeom prst="rect">
            <a:avLst/>
          </a:prstGeom>
          <a:noFill/>
        </p:spPr>
        <p:txBody>
          <a:bodyPr wrap="square" rtlCol="0">
            <a:noAutofit/>
          </a:bodyPr>
          <a:lstStyle/>
          <a:p>
            <a:r>
              <a:rPr lang="zh-CN" altLang="en-US" sz="1600" b="1" dirty="0">
                <a:solidFill>
                  <a:srgbClr val="EE822F"/>
                </a:solidFill>
                <a:latin typeface="微软雅黑" panose="020B0503020204020204" charset="-122"/>
                <a:ea typeface="微软雅黑" panose="020B0503020204020204" charset="-122"/>
              </a:rPr>
              <a:t>表单域</a:t>
            </a:r>
            <a:endParaRPr lang="zh-CN" altLang="en-US" sz="1600" b="1" dirty="0">
              <a:solidFill>
                <a:srgbClr val="EE822F"/>
              </a:solidFill>
              <a:latin typeface="微软雅黑" panose="020B0503020204020204" charset="-122"/>
              <a:ea typeface="微软雅黑" panose="020B050302020402020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2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p:nvPr/>
        </p:nvPicPr>
        <p:blipFill>
          <a:blip r:embed="rId1"/>
          <a:stretch>
            <a:fillRect/>
          </a:stretch>
        </p:blipFill>
        <p:spPr>
          <a:xfrm>
            <a:off x="1974850" y="1137846"/>
            <a:ext cx="9819005" cy="5523230"/>
          </a:xfrm>
          <a:prstGeom prst="rect">
            <a:avLst/>
          </a:prstGeom>
          <a:ln w="0">
            <a:noFill/>
          </a:ln>
          <a:effectLst>
            <a:outerShdw blurRad="50800" dist="38100" dir="2700000" algn="tl" rotWithShape="0">
              <a:prstClr val="black">
                <a:alpha val="10000"/>
              </a:prstClr>
            </a:outerShdw>
          </a:effectLst>
        </p:spPr>
      </p:pic>
      <p:grpSp>
        <p:nvGrpSpPr>
          <p:cNvPr id="4" name="组合 1"/>
          <p:cNvGrpSpPr/>
          <p:nvPr/>
        </p:nvGrpSpPr>
        <p:grpSpPr bwMode="auto">
          <a:xfrm>
            <a:off x="10701338" y="0"/>
            <a:ext cx="766762" cy="766763"/>
            <a:chOff x="11522" y="1262"/>
            <a:chExt cx="1864" cy="1864"/>
          </a:xfrm>
        </p:grpSpPr>
        <p:sp>
          <p:nvSpPr>
            <p:cNvPr id="5" name="矩形 4"/>
            <p:cNvSpPr/>
            <p:nvPr userDrawn="1">
              <p:custDataLst>
                <p:tags r:id="rId2"/>
              </p:custDataLst>
            </p:nvPr>
          </p:nvSpPr>
          <p:spPr>
            <a:xfrm>
              <a:off x="11522" y="1262"/>
              <a:ext cx="1864" cy="1864"/>
            </a:xfrm>
            <a:prstGeom prst="rect">
              <a:avLst/>
            </a:prstGeom>
            <a:solidFill>
              <a:srgbClr val="004EA2"/>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anchor="ctr"/>
            <a:lstStyle/>
            <a:p>
              <a:pPr algn="ctr" fontAlgn="auto"/>
              <a:endParaRPr lang="zh-CN" altLang="en-US" noProof="1"/>
            </a:p>
          </p:txBody>
        </p:sp>
        <p:pic>
          <p:nvPicPr>
            <p:cNvPr id="7" name="图片 7"/>
            <p:cNvPicPr>
              <a:picLocks noGrp="1" noChangeAspect="1" noChangeArrowheads="1"/>
            </p:cNvPicPr>
            <p:nvPr>
              <p:custDataLst>
                <p:tags r:id="rId3"/>
              </p:custDataLst>
            </p:nvPr>
          </p:nvPicPr>
          <p:blipFill>
            <a:blip r:embed="rId4">
              <a:extLst>
                <a:ext uri="{28A0092B-C50C-407E-A947-70E740481C1C}">
                  <a14:useLocalDpi xmlns:a14="http://schemas.microsoft.com/office/drawing/2010/main" val="0"/>
                </a:ext>
              </a:extLst>
            </a:blip>
            <a:srcRect/>
            <a:stretch>
              <a:fillRect/>
            </a:stretch>
          </p:blipFill>
          <p:spPr bwMode="auto">
            <a:xfrm>
              <a:off x="11750" y="1490"/>
              <a:ext cx="1408" cy="1408"/>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文本框 1"/>
          <p:cNvSpPr txBox="1"/>
          <p:nvPr/>
        </p:nvSpPr>
        <p:spPr>
          <a:xfrm>
            <a:off x="1222374" y="502085"/>
            <a:ext cx="879891" cy="460375"/>
          </a:xfrm>
          <a:prstGeom prst="rect">
            <a:avLst/>
          </a:prstGeom>
          <a:noFill/>
        </p:spPr>
        <p:txBody>
          <a:bodyPr wrap="square">
            <a:spAutoFit/>
          </a:bodyPr>
          <a:lstStyle>
            <a:defPPr>
              <a:defRPr lang="zh-CN"/>
            </a:defPPr>
            <a:lvl1pPr>
              <a:defRPr sz="15000">
                <a:gradFill flip="none" rotWithShape="1">
                  <a:gsLst>
                    <a:gs pos="23000">
                      <a:srgbClr val="C0DBD2"/>
                    </a:gs>
                    <a:gs pos="86239">
                      <a:srgbClr val="A6CFC9"/>
                    </a:gs>
                    <a:gs pos="47000">
                      <a:srgbClr val="7AA99E"/>
                    </a:gs>
                  </a:gsLst>
                  <a:lin ang="2700000" scaled="1"/>
                  <a:tileRect/>
                </a:gradFill>
                <a:latin typeface="Aa武道家" pitchFamily="18" charset="-122"/>
                <a:ea typeface="Aa武道家" pitchFamily="18" charset="-122"/>
              </a:defRPr>
            </a:lvl1pPr>
          </a:lstStyle>
          <a:p>
            <a:pPr eaLnBrk="1" fontAlgn="auto" hangingPunct="1">
              <a:defRPr/>
            </a:pPr>
            <a:r>
              <a:rPr lang="en-US" altLang="zh-CN" sz="2400" b="1" kern="0" noProof="1">
                <a:solidFill>
                  <a:srgbClr val="004EA2"/>
                </a:solidFill>
                <a:latin typeface="Arial" panose="020B0604020202020204" pitchFamily="34" charset="0"/>
                <a:ea typeface="微软雅黑" panose="020B0503020204020204" charset="-122"/>
                <a:cs typeface="Arial" panose="020B0604020202020204" pitchFamily="34" charset="0"/>
                <a:sym typeface="Arial" panose="020B0604020202020204" pitchFamily="34" charset="0"/>
              </a:rPr>
              <a:t>2.4</a:t>
            </a:r>
            <a:r>
              <a:rPr lang="en-US" altLang="zh-CN" sz="2400" b="1" kern="0" noProof="1">
                <a:solidFill>
                  <a:srgbClr val="004EA2"/>
                </a:solidFill>
                <a:latin typeface="微软雅黑" panose="020B0503020204020204" charset="-122"/>
                <a:ea typeface="微软雅黑" panose="020B0503020204020204" charset="-122"/>
                <a:sym typeface="Arial" panose="020B0604020202020204" pitchFamily="34" charset="0"/>
              </a:rPr>
              <a:t> </a:t>
            </a:r>
            <a:endParaRPr lang="en-US" altLang="zh-CN" sz="2400" b="1" kern="0" noProof="1">
              <a:solidFill>
                <a:srgbClr val="004EA2"/>
              </a:solidFill>
              <a:latin typeface="微软雅黑" panose="020B0503020204020204" charset="-122"/>
              <a:ea typeface="微软雅黑" panose="020B0503020204020204" charset="-122"/>
              <a:sym typeface="Arial" panose="020B0604020202020204" pitchFamily="34" charset="0"/>
            </a:endParaRPr>
          </a:p>
        </p:txBody>
      </p:sp>
      <p:sp>
        <p:nvSpPr>
          <p:cNvPr id="6" name="矩形 8"/>
          <p:cNvSpPr/>
          <p:nvPr/>
        </p:nvSpPr>
        <p:spPr bwMode="auto">
          <a:xfrm>
            <a:off x="2160000" y="470242"/>
            <a:ext cx="5051425" cy="497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20000"/>
              </a:lnSpc>
            </a:pPr>
            <a:r>
              <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rPr>
              <a:t>详情页</a:t>
            </a:r>
            <a:r>
              <a:rPr lang="en-US" altLang="zh-CN"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rPr>
              <a:t>-</a:t>
            </a:r>
            <a:r>
              <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rPr>
              <a:t>抽屉</a:t>
            </a:r>
            <a:endPar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endParaRPr>
          </a:p>
        </p:txBody>
      </p:sp>
      <p:sp>
        <p:nvSpPr>
          <p:cNvPr id="3" name="矩形 11"/>
          <p:cNvSpPr/>
          <p:nvPr/>
        </p:nvSpPr>
        <p:spPr bwMode="auto">
          <a:xfrm>
            <a:off x="2160441" y="99159"/>
            <a:ext cx="2175299" cy="430374"/>
          </a:xfrm>
          <a:prstGeom prst="rect">
            <a:avLst/>
          </a:prstGeom>
          <a:grp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pPr>
            <a:r>
              <a:rPr kumimoji="0" lang="zh-CN" altLang="en-US" sz="2000" b="1" i="0" u="none" strike="noStrike" kern="0" cap="none" spc="0" normalizeH="0" baseline="0" noProof="0" dirty="0">
                <a:ln>
                  <a:noFill/>
                </a:ln>
                <a:solidFill>
                  <a:srgbClr val="FFFFFF">
                    <a:lumMod val="65000"/>
                  </a:srgbClr>
                </a:solidFill>
                <a:effectLst/>
                <a:uLnTx/>
                <a:uFillTx/>
                <a:latin typeface="微软雅黑" panose="020B0503020204020204" charset="-122"/>
                <a:ea typeface="微软雅黑" panose="020B0503020204020204" charset="-122"/>
                <a:cs typeface="微软雅黑" panose="020B0503020204020204" charset="-122"/>
              </a:rPr>
              <a:t>典型界面要求</a:t>
            </a:r>
            <a:endParaRPr kumimoji="0" lang="zh-CN" altLang="en-US" sz="2000" b="1" i="0" u="none" strike="noStrike" kern="0" cap="none" spc="0" normalizeH="0" baseline="0" noProof="0" dirty="0">
              <a:ln>
                <a:noFill/>
              </a:ln>
              <a:solidFill>
                <a:srgbClr val="FFFFFF">
                  <a:lumMod val="65000"/>
                </a:srgbClr>
              </a:solidFill>
              <a:effectLst/>
              <a:uLnTx/>
              <a:uFillTx/>
              <a:latin typeface="微软雅黑" panose="020B0503020204020204" charset="-122"/>
              <a:ea typeface="微软雅黑" panose="020B0503020204020204" charset="-122"/>
              <a:cs typeface="微软雅黑" panose="020B0503020204020204" charset="-122"/>
            </a:endParaRPr>
          </a:p>
        </p:txBody>
      </p:sp>
      <p:cxnSp>
        <p:nvCxnSpPr>
          <p:cNvPr id="20" name="直接连接符 19"/>
          <p:cNvCxnSpPr/>
          <p:nvPr/>
        </p:nvCxnSpPr>
        <p:spPr>
          <a:xfrm>
            <a:off x="4653462" y="1848848"/>
            <a:ext cx="1270" cy="4267200"/>
          </a:xfrm>
          <a:prstGeom prst="line">
            <a:avLst/>
          </a:prstGeom>
          <a:ln w="28575" cap="rnd" cmpd="sng">
            <a:solidFill>
              <a:srgbClr val="EE822F"/>
            </a:solidFill>
            <a:prstDash val="solid"/>
            <a:round/>
          </a:ln>
        </p:spPr>
        <p:style>
          <a:lnRef idx="0">
            <a:srgbClr val="FFFFFF"/>
          </a:lnRef>
          <a:fillRef idx="0">
            <a:srgbClr val="FFFFFF"/>
          </a:fillRef>
          <a:effectRef idx="0">
            <a:srgbClr val="FFFFFF"/>
          </a:effectRef>
          <a:fontRef idx="minor">
            <a:schemeClr val="tx1"/>
          </a:fontRef>
        </p:style>
      </p:cxnSp>
      <p:cxnSp>
        <p:nvCxnSpPr>
          <p:cNvPr id="21" name="直接连接符 20"/>
          <p:cNvCxnSpPr/>
          <p:nvPr/>
        </p:nvCxnSpPr>
        <p:spPr>
          <a:xfrm>
            <a:off x="4654732" y="6126208"/>
            <a:ext cx="540000" cy="0"/>
          </a:xfrm>
          <a:prstGeom prst="line">
            <a:avLst/>
          </a:prstGeom>
          <a:ln w="28575" cmpd="sng">
            <a:solidFill>
              <a:srgbClr val="EE822F"/>
            </a:solidFill>
            <a:prstDash val="solid"/>
          </a:ln>
        </p:spPr>
        <p:style>
          <a:lnRef idx="2">
            <a:schemeClr val="accent1"/>
          </a:lnRef>
          <a:fillRef idx="0">
            <a:srgbClr val="FFFFFF"/>
          </a:fillRef>
          <a:effectRef idx="0">
            <a:srgbClr val="FFFFFF"/>
          </a:effectRef>
          <a:fontRef idx="minor">
            <a:schemeClr val="tx1"/>
          </a:fontRef>
        </p:style>
      </p:cxnSp>
      <p:cxnSp>
        <p:nvCxnSpPr>
          <p:cNvPr id="22" name="直接连接符 21"/>
          <p:cNvCxnSpPr/>
          <p:nvPr/>
        </p:nvCxnSpPr>
        <p:spPr>
          <a:xfrm>
            <a:off x="4663622" y="1848848"/>
            <a:ext cx="539750" cy="0"/>
          </a:xfrm>
          <a:prstGeom prst="line">
            <a:avLst/>
          </a:prstGeom>
          <a:ln w="28575" cmpd="sng">
            <a:solidFill>
              <a:srgbClr val="EE822F"/>
            </a:solidFill>
            <a:prstDash val="solid"/>
          </a:ln>
        </p:spPr>
        <p:style>
          <a:lnRef idx="2">
            <a:schemeClr val="accent1"/>
          </a:lnRef>
          <a:fillRef idx="0">
            <a:srgbClr val="FFFFFF"/>
          </a:fillRef>
          <a:effectRef idx="0">
            <a:srgbClr val="FFFFFF"/>
          </a:effectRef>
          <a:fontRef idx="minor">
            <a:schemeClr val="tx1"/>
          </a:fontRef>
        </p:style>
      </p:cxnSp>
      <p:sp>
        <p:nvSpPr>
          <p:cNvPr id="23" name="文本框 22"/>
          <p:cNvSpPr txBox="1"/>
          <p:nvPr>
            <p:custDataLst>
              <p:tags r:id="rId5"/>
            </p:custDataLst>
          </p:nvPr>
        </p:nvSpPr>
        <p:spPr>
          <a:xfrm>
            <a:off x="102869" y="2303553"/>
            <a:ext cx="1515474" cy="2250893"/>
          </a:xfrm>
          <a:prstGeom prst="rect">
            <a:avLst/>
          </a:prstGeom>
          <a:noFill/>
        </p:spPr>
        <p:txBody>
          <a:bodyPr wrap="square" rtlCol="0">
            <a:noAutofit/>
          </a:bodyPr>
          <a:lstStyle/>
          <a:p>
            <a:r>
              <a:rPr lang="zh-CN" altLang="en-US" sz="1600" b="1" dirty="0">
                <a:solidFill>
                  <a:srgbClr val="EE822F"/>
                </a:solidFill>
                <a:latin typeface="微软雅黑" panose="020B0503020204020204" charset="-122"/>
                <a:ea typeface="微软雅黑" panose="020B0503020204020204" charset="-122"/>
              </a:rPr>
              <a:t>详情页面抽屉</a:t>
            </a:r>
            <a:endParaRPr lang="en-US" altLang="zh-CN" sz="1600" b="1" dirty="0">
              <a:solidFill>
                <a:srgbClr val="EE822F"/>
              </a:solidFill>
              <a:latin typeface="微软雅黑" panose="020B0503020204020204" charset="-122"/>
              <a:ea typeface="微软雅黑" panose="020B0503020204020204" charset="-122"/>
            </a:endParaRPr>
          </a:p>
          <a:p>
            <a:pPr>
              <a:lnSpc>
                <a:spcPct val="150000"/>
              </a:lnSpc>
            </a:pPr>
            <a:r>
              <a:rPr lang="zh-CN" altLang="en-US" sz="1000" dirty="0">
                <a:solidFill>
                  <a:schemeClr val="bg1">
                    <a:lumMod val="65000"/>
                  </a:schemeClr>
                </a:solidFill>
                <a:latin typeface="微软雅黑" panose="020B0503020204020204" charset="-122"/>
                <a:ea typeface="微软雅黑" panose="020B0503020204020204" charset="-122"/>
              </a:rPr>
              <a:t>信息左右排列，弱化列标题，强化列内容，提升用户体验，页面可展示多种信息展现样式：表格，图表，文件预览等</a:t>
            </a:r>
            <a:endParaRPr lang="en-US" altLang="zh-CN" sz="1000" dirty="0">
              <a:solidFill>
                <a:schemeClr val="bg1">
                  <a:lumMod val="65000"/>
                </a:schemeClr>
              </a:solidFill>
              <a:latin typeface="微软雅黑" panose="020B0503020204020204" charset="-122"/>
              <a:ea typeface="微软雅黑" panose="020B0503020204020204" charset="-122"/>
            </a:endParaRPr>
          </a:p>
        </p:txBody>
      </p:sp>
      <p:cxnSp>
        <p:nvCxnSpPr>
          <p:cNvPr id="24" name="连接符: 曲线 48"/>
          <p:cNvCxnSpPr>
            <a:endCxn id="23" idx="3"/>
          </p:cNvCxnSpPr>
          <p:nvPr>
            <p:custDataLst>
              <p:tags r:id="rId6"/>
            </p:custDataLst>
          </p:nvPr>
        </p:nvCxnSpPr>
        <p:spPr>
          <a:xfrm rot="10800000" flipV="1">
            <a:off x="1618344" y="2928854"/>
            <a:ext cx="3026235" cy="500146"/>
          </a:xfrm>
          <a:prstGeom prst="curvedConnector3">
            <a:avLst>
              <a:gd name="adj1" fmla="val 50000"/>
            </a:avLst>
          </a:prstGeom>
          <a:ln w="19050" cap="flat" cmpd="sng" algn="ctr">
            <a:solidFill>
              <a:schemeClr val="accent2"/>
            </a:solidFill>
            <a:prstDash val="dash"/>
            <a:round/>
            <a:headEnd type="oval" w="lg" len="lg"/>
            <a:tailEnd type="triangle" w="lg" len="lg"/>
          </a:ln>
        </p:spPr>
        <p:style>
          <a:lnRef idx="0">
            <a:scrgbClr r="0" g="0" b="0"/>
          </a:lnRef>
          <a:fillRef idx="0">
            <a:scrgbClr r="0" g="0" b="0"/>
          </a:fillRef>
          <a:effectRef idx="0">
            <a:scrgbClr r="0" g="0" b="0"/>
          </a:effectRef>
          <a:fontRef idx="minor">
            <a:schemeClr val="tx1"/>
          </a:fontRef>
        </p:style>
      </p:cxnSp>
      <p:cxnSp>
        <p:nvCxnSpPr>
          <p:cNvPr id="31" name="连接符: 曲线 48"/>
          <p:cNvCxnSpPr/>
          <p:nvPr>
            <p:custDataLst>
              <p:tags r:id="rId7"/>
            </p:custDataLst>
          </p:nvPr>
        </p:nvCxnSpPr>
        <p:spPr>
          <a:xfrm rot="5400000" flipV="1">
            <a:off x="10938192" y="1391949"/>
            <a:ext cx="428232" cy="347980"/>
          </a:xfrm>
          <a:prstGeom prst="curvedConnector3">
            <a:avLst>
              <a:gd name="adj1" fmla="val 50123"/>
            </a:avLst>
          </a:prstGeom>
          <a:ln w="19050" cap="flat" cmpd="sng" algn="ctr">
            <a:solidFill>
              <a:schemeClr val="accent2"/>
            </a:solidFill>
            <a:prstDash val="dash"/>
            <a:round/>
            <a:headEnd type="oval" w="lg" len="lg"/>
            <a:tailEnd type="triangle" w="lg" len="lg"/>
          </a:ln>
        </p:spPr>
        <p:style>
          <a:lnRef idx="0">
            <a:scrgbClr r="0" g="0" b="0"/>
          </a:lnRef>
          <a:fillRef idx="0">
            <a:scrgbClr r="0" g="0" b="0"/>
          </a:fillRef>
          <a:effectRef idx="0">
            <a:scrgbClr r="0" g="0" b="0"/>
          </a:effectRef>
          <a:fontRef idx="minor">
            <a:schemeClr val="tx1"/>
          </a:fontRef>
        </p:style>
      </p:cxnSp>
      <p:sp>
        <p:nvSpPr>
          <p:cNvPr id="30" name="文本框 29"/>
          <p:cNvSpPr txBox="1"/>
          <p:nvPr>
            <p:custDataLst>
              <p:tags r:id="rId8"/>
            </p:custDataLst>
          </p:nvPr>
        </p:nvSpPr>
        <p:spPr>
          <a:xfrm>
            <a:off x="10483124" y="1848848"/>
            <a:ext cx="1534321" cy="556260"/>
          </a:xfrm>
          <a:prstGeom prst="rect">
            <a:avLst/>
          </a:prstGeom>
          <a:noFill/>
        </p:spPr>
        <p:txBody>
          <a:bodyPr wrap="square" rtlCol="0">
            <a:noAutofit/>
          </a:bodyPr>
          <a:lstStyle/>
          <a:p>
            <a:r>
              <a:rPr lang="zh-CN" altLang="en-US" sz="1600" b="1" dirty="0">
                <a:solidFill>
                  <a:srgbClr val="EE822F"/>
                </a:solidFill>
                <a:latin typeface="微软雅黑" panose="020B0503020204020204" charset="-122"/>
                <a:ea typeface="微软雅黑" panose="020B0503020204020204" charset="-122"/>
              </a:rPr>
              <a:t>编辑模式切换</a:t>
            </a:r>
            <a:endParaRPr lang="zh-CN" altLang="en-US" sz="1600" b="1" dirty="0">
              <a:solidFill>
                <a:srgbClr val="EE822F"/>
              </a:solidFill>
              <a:latin typeface="微软雅黑" panose="020B0503020204020204" charset="-122"/>
              <a:ea typeface="微软雅黑" panose="020B0503020204020204" charset="-122"/>
            </a:endParaRPr>
          </a:p>
        </p:txBody>
      </p:sp>
      <p:sp>
        <p:nvSpPr>
          <p:cNvPr id="13" name="矩形 12"/>
          <p:cNvSpPr/>
          <p:nvPr/>
        </p:nvSpPr>
        <p:spPr>
          <a:xfrm>
            <a:off x="3340735" y="1200785"/>
            <a:ext cx="156845" cy="178435"/>
          </a:xfrm>
          <a:prstGeom prst="rect">
            <a:avLst/>
          </a:prstGeom>
          <a:solidFill>
            <a:srgbClr val="B2B2B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3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1"/>
          <p:cNvGrpSpPr/>
          <p:nvPr/>
        </p:nvGrpSpPr>
        <p:grpSpPr bwMode="auto">
          <a:xfrm>
            <a:off x="10701338" y="0"/>
            <a:ext cx="766762" cy="766763"/>
            <a:chOff x="11522" y="1262"/>
            <a:chExt cx="1864" cy="1864"/>
          </a:xfrm>
        </p:grpSpPr>
        <p:sp>
          <p:nvSpPr>
            <p:cNvPr id="5" name="矩形 4"/>
            <p:cNvSpPr/>
            <p:nvPr userDrawn="1">
              <p:custDataLst>
                <p:tags r:id="rId1"/>
              </p:custDataLst>
            </p:nvPr>
          </p:nvSpPr>
          <p:spPr>
            <a:xfrm>
              <a:off x="11522" y="1262"/>
              <a:ext cx="1864" cy="1864"/>
            </a:xfrm>
            <a:prstGeom prst="rect">
              <a:avLst/>
            </a:prstGeom>
            <a:solidFill>
              <a:srgbClr val="004EA2"/>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anchor="ctr"/>
            <a:lstStyle/>
            <a:p>
              <a:pPr algn="ctr" fontAlgn="auto"/>
              <a:endParaRPr lang="zh-CN" altLang="en-US" noProof="1"/>
            </a:p>
          </p:txBody>
        </p:sp>
        <p:pic>
          <p:nvPicPr>
            <p:cNvPr id="7" name="图片 7"/>
            <p:cNvPicPr>
              <a:picLocks noGrp="1" noChangeAspect="1" noChangeArrowheads="1"/>
            </p:cNvPicPr>
            <p:nvPr>
              <p:custDataLst>
                <p:tags r:id="rId2"/>
              </p:custDataLst>
            </p:nvPr>
          </p:nvPicPr>
          <p:blipFill>
            <a:blip r:embed="rId3">
              <a:extLst>
                <a:ext uri="{28A0092B-C50C-407E-A947-70E740481C1C}">
                  <a14:useLocalDpi xmlns:a14="http://schemas.microsoft.com/office/drawing/2010/main" val="0"/>
                </a:ext>
              </a:extLst>
            </a:blip>
            <a:srcRect/>
            <a:stretch>
              <a:fillRect/>
            </a:stretch>
          </p:blipFill>
          <p:spPr bwMode="auto">
            <a:xfrm>
              <a:off x="11750" y="1490"/>
              <a:ext cx="1408" cy="1408"/>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文本框 1"/>
          <p:cNvSpPr txBox="1"/>
          <p:nvPr/>
        </p:nvSpPr>
        <p:spPr>
          <a:xfrm>
            <a:off x="1222374" y="502085"/>
            <a:ext cx="879891" cy="460375"/>
          </a:xfrm>
          <a:prstGeom prst="rect">
            <a:avLst/>
          </a:prstGeom>
          <a:noFill/>
        </p:spPr>
        <p:txBody>
          <a:bodyPr wrap="square">
            <a:spAutoFit/>
          </a:bodyPr>
          <a:lstStyle>
            <a:defPPr>
              <a:defRPr lang="zh-CN"/>
            </a:defPPr>
            <a:lvl1pPr>
              <a:defRPr sz="15000">
                <a:gradFill flip="none" rotWithShape="1">
                  <a:gsLst>
                    <a:gs pos="23000">
                      <a:srgbClr val="C0DBD2"/>
                    </a:gs>
                    <a:gs pos="86239">
                      <a:srgbClr val="A6CFC9"/>
                    </a:gs>
                    <a:gs pos="47000">
                      <a:srgbClr val="7AA99E"/>
                    </a:gs>
                  </a:gsLst>
                  <a:lin ang="2700000" scaled="1"/>
                  <a:tileRect/>
                </a:gradFill>
                <a:latin typeface="Aa武道家" pitchFamily="18" charset="-122"/>
                <a:ea typeface="Aa武道家" pitchFamily="18" charset="-122"/>
              </a:defRPr>
            </a:lvl1pPr>
          </a:lstStyle>
          <a:p>
            <a:pPr eaLnBrk="1" fontAlgn="auto" hangingPunct="1">
              <a:defRPr/>
            </a:pPr>
            <a:r>
              <a:rPr lang="en-US" altLang="zh-CN" sz="2400" b="1" kern="0" noProof="1">
                <a:solidFill>
                  <a:srgbClr val="004EA2"/>
                </a:solidFill>
                <a:latin typeface="Arial" panose="020B0604020202020204" pitchFamily="34" charset="0"/>
                <a:ea typeface="微软雅黑" panose="020B0503020204020204" charset="-122"/>
                <a:cs typeface="Arial" panose="020B0604020202020204" pitchFamily="34" charset="0"/>
                <a:sym typeface="Arial" panose="020B0604020202020204" pitchFamily="34" charset="0"/>
              </a:rPr>
              <a:t>2.4</a:t>
            </a:r>
            <a:r>
              <a:rPr lang="en-US" altLang="zh-CN" sz="2400" b="1" kern="0" noProof="1">
                <a:solidFill>
                  <a:srgbClr val="004EA2"/>
                </a:solidFill>
                <a:latin typeface="微软雅黑" panose="020B0503020204020204" charset="-122"/>
                <a:ea typeface="微软雅黑" panose="020B0503020204020204" charset="-122"/>
                <a:sym typeface="Arial" panose="020B0604020202020204" pitchFamily="34" charset="0"/>
              </a:rPr>
              <a:t> </a:t>
            </a:r>
            <a:endParaRPr lang="en-US" altLang="zh-CN" sz="2400" b="1" kern="0" noProof="1">
              <a:solidFill>
                <a:srgbClr val="004EA2"/>
              </a:solidFill>
              <a:latin typeface="微软雅黑" panose="020B0503020204020204" charset="-122"/>
              <a:ea typeface="微软雅黑" panose="020B0503020204020204" charset="-122"/>
              <a:sym typeface="Arial" panose="020B0604020202020204" pitchFamily="34" charset="0"/>
            </a:endParaRPr>
          </a:p>
        </p:txBody>
      </p:sp>
      <p:sp>
        <p:nvSpPr>
          <p:cNvPr id="6" name="矩形 8"/>
          <p:cNvSpPr/>
          <p:nvPr/>
        </p:nvSpPr>
        <p:spPr bwMode="auto">
          <a:xfrm>
            <a:off x="2160000" y="470242"/>
            <a:ext cx="5051425" cy="497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20000"/>
              </a:lnSpc>
            </a:pPr>
            <a:r>
              <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rPr>
              <a:t>详情页</a:t>
            </a:r>
            <a:r>
              <a:rPr lang="en-US" altLang="zh-CN"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rPr>
              <a:t>-</a:t>
            </a:r>
            <a:r>
              <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rPr>
              <a:t>全屏</a:t>
            </a:r>
            <a:endPar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endParaRPr>
          </a:p>
        </p:txBody>
      </p:sp>
      <p:sp>
        <p:nvSpPr>
          <p:cNvPr id="3" name="矩形 11"/>
          <p:cNvSpPr/>
          <p:nvPr/>
        </p:nvSpPr>
        <p:spPr bwMode="auto">
          <a:xfrm>
            <a:off x="2160441" y="99159"/>
            <a:ext cx="2175299" cy="430374"/>
          </a:xfrm>
          <a:prstGeom prst="rect">
            <a:avLst/>
          </a:prstGeom>
          <a:grp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pPr>
            <a:r>
              <a:rPr kumimoji="0" lang="zh-CN" altLang="en-US" sz="2000" b="1" i="0" u="none" strike="noStrike" kern="0" cap="none" spc="0" normalizeH="0" baseline="0" noProof="0" dirty="0">
                <a:ln>
                  <a:noFill/>
                </a:ln>
                <a:solidFill>
                  <a:srgbClr val="FFFFFF">
                    <a:lumMod val="65000"/>
                  </a:srgbClr>
                </a:solidFill>
                <a:effectLst/>
                <a:uLnTx/>
                <a:uFillTx/>
                <a:latin typeface="微软雅黑" panose="020B0503020204020204" charset="-122"/>
                <a:ea typeface="微软雅黑" panose="020B0503020204020204" charset="-122"/>
                <a:cs typeface="微软雅黑" panose="020B0503020204020204" charset="-122"/>
              </a:rPr>
              <a:t>典型界面要求</a:t>
            </a:r>
            <a:endParaRPr kumimoji="0" lang="zh-CN" altLang="en-US" sz="2000" b="1" i="0" u="none" strike="noStrike" kern="0" cap="none" spc="0" normalizeH="0" baseline="0" noProof="0" dirty="0">
              <a:ln>
                <a:noFill/>
              </a:ln>
              <a:solidFill>
                <a:srgbClr val="FFFFFF">
                  <a:lumMod val="65000"/>
                </a:srgbClr>
              </a:solidFill>
              <a:effectLst/>
              <a:uLnTx/>
              <a:uFillTx/>
              <a:latin typeface="微软雅黑" panose="020B0503020204020204" charset="-122"/>
              <a:ea typeface="微软雅黑" panose="020B0503020204020204" charset="-122"/>
              <a:cs typeface="微软雅黑" panose="020B0503020204020204" charset="-122"/>
            </a:endParaRPr>
          </a:p>
        </p:txBody>
      </p:sp>
      <p:pic>
        <p:nvPicPr>
          <p:cNvPr id="10" name="图片 9"/>
          <p:cNvPicPr>
            <a:picLocks noChangeAspect="1"/>
          </p:cNvPicPr>
          <p:nvPr/>
        </p:nvPicPr>
        <p:blipFill>
          <a:blip r:embed="rId4"/>
          <a:stretch>
            <a:fillRect/>
          </a:stretch>
        </p:blipFill>
        <p:spPr>
          <a:xfrm>
            <a:off x="926551" y="998841"/>
            <a:ext cx="10093715" cy="5760000"/>
          </a:xfrm>
          <a:prstGeom prst="rect">
            <a:avLst/>
          </a:prstGeom>
          <a:ln w="0">
            <a:noFill/>
          </a:ln>
          <a:effectLst>
            <a:outerShdw blurRad="50800" dist="38100" dir="2700000" algn="tl" rotWithShape="0">
              <a:prstClr val="black">
                <a:alpha val="10000"/>
              </a:prstClr>
            </a:outerShdw>
          </a:effectLst>
        </p:spPr>
      </p:pic>
      <p:sp>
        <p:nvSpPr>
          <p:cNvPr id="11" name="文本框 10"/>
          <p:cNvSpPr txBox="1"/>
          <p:nvPr>
            <p:custDataLst>
              <p:tags r:id="rId5"/>
            </p:custDataLst>
          </p:nvPr>
        </p:nvSpPr>
        <p:spPr>
          <a:xfrm>
            <a:off x="413997" y="4105022"/>
            <a:ext cx="1515474" cy="2250893"/>
          </a:xfrm>
          <a:prstGeom prst="rect">
            <a:avLst/>
          </a:prstGeom>
          <a:noFill/>
        </p:spPr>
        <p:txBody>
          <a:bodyPr wrap="square" rtlCol="0">
            <a:noAutofit/>
          </a:bodyPr>
          <a:lstStyle/>
          <a:p>
            <a:r>
              <a:rPr lang="zh-CN" altLang="en-US" sz="1600" b="1" dirty="0">
                <a:solidFill>
                  <a:srgbClr val="EE822F"/>
                </a:solidFill>
                <a:latin typeface="微软雅黑" panose="020B0503020204020204" charset="-122"/>
                <a:ea typeface="微软雅黑" panose="020B0503020204020204" charset="-122"/>
              </a:rPr>
              <a:t>详情页面</a:t>
            </a:r>
            <a:endParaRPr lang="en-US" altLang="zh-CN" sz="1600" b="1" dirty="0">
              <a:solidFill>
                <a:srgbClr val="EE822F"/>
              </a:solidFill>
              <a:latin typeface="微软雅黑" panose="020B0503020204020204" charset="-122"/>
              <a:ea typeface="微软雅黑" panose="020B0503020204020204" charset="-122"/>
            </a:endParaRPr>
          </a:p>
          <a:p>
            <a:pPr>
              <a:lnSpc>
                <a:spcPct val="150000"/>
              </a:lnSpc>
            </a:pPr>
            <a:r>
              <a:rPr lang="zh-CN" altLang="en-US" sz="1000" dirty="0">
                <a:solidFill>
                  <a:schemeClr val="tx1">
                    <a:lumMod val="50000"/>
                    <a:lumOff val="50000"/>
                  </a:schemeClr>
                </a:solidFill>
                <a:latin typeface="微软雅黑" panose="020B0503020204020204" charset="-122"/>
                <a:ea typeface="微软雅黑" panose="020B0503020204020204" charset="-122"/>
              </a:rPr>
              <a:t>与抽屉详情页面不同，展示内容更多，从列表标题名称点击快速进入该页面，该页面适配详情内容过多且需分类查看的页面。</a:t>
            </a:r>
            <a:endParaRPr lang="en-US" altLang="zh-CN" sz="1000" dirty="0">
              <a:solidFill>
                <a:schemeClr val="tx1">
                  <a:lumMod val="50000"/>
                  <a:lumOff val="50000"/>
                </a:schemeClr>
              </a:solidFill>
              <a:latin typeface="微软雅黑" panose="020B0503020204020204" charset="-122"/>
              <a:ea typeface="微软雅黑" panose="020B0503020204020204" charset="-122"/>
            </a:endParaRPr>
          </a:p>
        </p:txBody>
      </p:sp>
      <p:cxnSp>
        <p:nvCxnSpPr>
          <p:cNvPr id="12" name="连接符: 曲线 48"/>
          <p:cNvCxnSpPr>
            <a:endCxn id="11" idx="3"/>
          </p:cNvCxnSpPr>
          <p:nvPr>
            <p:custDataLst>
              <p:tags r:id="rId6"/>
            </p:custDataLst>
          </p:nvPr>
        </p:nvCxnSpPr>
        <p:spPr>
          <a:xfrm rot="5400000">
            <a:off x="796857" y="2817968"/>
            <a:ext cx="3545115" cy="1279886"/>
          </a:xfrm>
          <a:prstGeom prst="curvedConnector2">
            <a:avLst/>
          </a:prstGeom>
          <a:ln w="19050" cap="flat" cmpd="sng" algn="ctr">
            <a:solidFill>
              <a:schemeClr val="accent2"/>
            </a:solidFill>
            <a:prstDash val="dash"/>
            <a:round/>
            <a:headEnd type="oval" w="lg" len="lg"/>
            <a:tailEnd type="triangle" w="lg" len="lg"/>
          </a:ln>
        </p:spPr>
        <p:style>
          <a:lnRef idx="0">
            <a:scrgbClr r="0" g="0" b="0"/>
          </a:lnRef>
          <a:fillRef idx="0">
            <a:scrgbClr r="0" g="0" b="0"/>
          </a:fillRef>
          <a:effectRef idx="0">
            <a:scrgbClr r="0" g="0" b="0"/>
          </a:effectRef>
          <a:fontRef idx="minor">
            <a:schemeClr val="tx1"/>
          </a:fontRef>
        </p:style>
      </p:cxnSp>
      <p:sp>
        <p:nvSpPr>
          <p:cNvPr id="13" name="矩形 12"/>
          <p:cNvSpPr/>
          <p:nvPr/>
        </p:nvSpPr>
        <p:spPr>
          <a:xfrm>
            <a:off x="2310130" y="1081405"/>
            <a:ext cx="156845" cy="17843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1"/>
          <p:cNvGrpSpPr/>
          <p:nvPr/>
        </p:nvGrpSpPr>
        <p:grpSpPr bwMode="auto">
          <a:xfrm>
            <a:off x="10701338" y="0"/>
            <a:ext cx="766762" cy="766763"/>
            <a:chOff x="11522" y="1262"/>
            <a:chExt cx="1864" cy="1864"/>
          </a:xfrm>
        </p:grpSpPr>
        <p:sp>
          <p:nvSpPr>
            <p:cNvPr id="5" name="矩形 4"/>
            <p:cNvSpPr/>
            <p:nvPr userDrawn="1">
              <p:custDataLst>
                <p:tags r:id="rId1"/>
              </p:custDataLst>
            </p:nvPr>
          </p:nvSpPr>
          <p:spPr>
            <a:xfrm>
              <a:off x="11522" y="1262"/>
              <a:ext cx="1864" cy="1864"/>
            </a:xfrm>
            <a:prstGeom prst="rect">
              <a:avLst/>
            </a:prstGeom>
            <a:solidFill>
              <a:srgbClr val="004EA2"/>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anchor="ctr"/>
            <a:lstStyle/>
            <a:p>
              <a:pPr algn="ctr" fontAlgn="auto"/>
              <a:endParaRPr lang="zh-CN" altLang="en-US" noProof="1"/>
            </a:p>
          </p:txBody>
        </p:sp>
        <p:pic>
          <p:nvPicPr>
            <p:cNvPr id="7" name="图片 7"/>
            <p:cNvPicPr>
              <a:picLocks noGrp="1" noChangeAspect="1" noChangeArrowheads="1"/>
            </p:cNvPicPr>
            <p:nvPr>
              <p:custDataLst>
                <p:tags r:id="rId2"/>
              </p:custDataLst>
            </p:nvPr>
          </p:nvPicPr>
          <p:blipFill>
            <a:blip r:embed="rId3">
              <a:extLst>
                <a:ext uri="{28A0092B-C50C-407E-A947-70E740481C1C}">
                  <a14:useLocalDpi xmlns:a14="http://schemas.microsoft.com/office/drawing/2010/main" val="0"/>
                </a:ext>
              </a:extLst>
            </a:blip>
            <a:srcRect/>
            <a:stretch>
              <a:fillRect/>
            </a:stretch>
          </p:blipFill>
          <p:spPr bwMode="auto">
            <a:xfrm>
              <a:off x="11750" y="1490"/>
              <a:ext cx="1408" cy="1408"/>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文本框 1"/>
          <p:cNvSpPr txBox="1"/>
          <p:nvPr/>
        </p:nvSpPr>
        <p:spPr>
          <a:xfrm>
            <a:off x="1222374" y="502085"/>
            <a:ext cx="879891" cy="460375"/>
          </a:xfrm>
          <a:prstGeom prst="rect">
            <a:avLst/>
          </a:prstGeom>
          <a:noFill/>
        </p:spPr>
        <p:txBody>
          <a:bodyPr wrap="square">
            <a:spAutoFit/>
          </a:bodyPr>
          <a:lstStyle>
            <a:defPPr>
              <a:defRPr lang="zh-CN"/>
            </a:defPPr>
            <a:lvl1pPr>
              <a:defRPr sz="15000">
                <a:gradFill flip="none" rotWithShape="1">
                  <a:gsLst>
                    <a:gs pos="23000">
                      <a:srgbClr val="C0DBD2"/>
                    </a:gs>
                    <a:gs pos="86239">
                      <a:srgbClr val="A6CFC9"/>
                    </a:gs>
                    <a:gs pos="47000">
                      <a:srgbClr val="7AA99E"/>
                    </a:gs>
                  </a:gsLst>
                  <a:lin ang="2700000" scaled="1"/>
                  <a:tileRect/>
                </a:gradFill>
                <a:latin typeface="Aa武道家" pitchFamily="18" charset="-122"/>
                <a:ea typeface="Aa武道家" pitchFamily="18" charset="-122"/>
              </a:defRPr>
            </a:lvl1pPr>
          </a:lstStyle>
          <a:p>
            <a:pPr eaLnBrk="1" fontAlgn="auto" hangingPunct="1">
              <a:defRPr/>
            </a:pPr>
            <a:r>
              <a:rPr lang="en-US" altLang="zh-CN" sz="2400" b="1" kern="0" noProof="1">
                <a:solidFill>
                  <a:srgbClr val="004EA2"/>
                </a:solidFill>
                <a:latin typeface="Arial" panose="020B0604020202020204" pitchFamily="34" charset="0"/>
                <a:ea typeface="微软雅黑" panose="020B0503020204020204" charset="-122"/>
                <a:cs typeface="Arial" panose="020B0604020202020204" pitchFamily="34" charset="0"/>
                <a:sym typeface="Arial" panose="020B0604020202020204" pitchFamily="34" charset="0"/>
              </a:rPr>
              <a:t>2.5</a:t>
            </a:r>
            <a:r>
              <a:rPr lang="en-US" altLang="zh-CN" sz="2400" b="1" kern="0" noProof="1">
                <a:solidFill>
                  <a:srgbClr val="004EA2"/>
                </a:solidFill>
                <a:latin typeface="微软雅黑" panose="020B0503020204020204" charset="-122"/>
                <a:ea typeface="微软雅黑" panose="020B0503020204020204" charset="-122"/>
                <a:sym typeface="Arial" panose="020B0604020202020204" pitchFamily="34" charset="0"/>
              </a:rPr>
              <a:t> </a:t>
            </a:r>
            <a:endParaRPr lang="en-US" altLang="zh-CN" sz="2400" b="1" kern="0" noProof="1">
              <a:solidFill>
                <a:srgbClr val="004EA2"/>
              </a:solidFill>
              <a:latin typeface="微软雅黑" panose="020B0503020204020204" charset="-122"/>
              <a:ea typeface="微软雅黑" panose="020B0503020204020204" charset="-122"/>
              <a:sym typeface="Arial" panose="020B0604020202020204" pitchFamily="34" charset="0"/>
            </a:endParaRPr>
          </a:p>
        </p:txBody>
      </p:sp>
      <p:sp>
        <p:nvSpPr>
          <p:cNvPr id="6" name="矩形 8"/>
          <p:cNvSpPr/>
          <p:nvPr/>
        </p:nvSpPr>
        <p:spPr bwMode="auto">
          <a:xfrm>
            <a:off x="2160000" y="470242"/>
            <a:ext cx="5051425" cy="497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20000"/>
              </a:lnSpc>
            </a:pPr>
            <a:r>
              <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rPr>
              <a:t>配色</a:t>
            </a:r>
            <a:endPar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endParaRPr>
          </a:p>
        </p:txBody>
      </p:sp>
      <p:sp>
        <p:nvSpPr>
          <p:cNvPr id="3" name="矩形 11"/>
          <p:cNvSpPr/>
          <p:nvPr/>
        </p:nvSpPr>
        <p:spPr bwMode="auto">
          <a:xfrm>
            <a:off x="2160442" y="99159"/>
            <a:ext cx="1282670" cy="430374"/>
          </a:xfrm>
          <a:prstGeom prst="rect">
            <a:avLst/>
          </a:prstGeom>
          <a:grp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pPr>
            <a:r>
              <a:rPr lang="zh-CN" altLang="en-US" sz="2000" b="1" kern="0" dirty="0">
                <a:solidFill>
                  <a:srgbClr val="FFFFFF">
                    <a:lumMod val="65000"/>
                  </a:srgbClr>
                </a:solidFill>
                <a:latin typeface="微软雅黑" panose="020B0503020204020204" charset="-122"/>
                <a:ea typeface="微软雅黑" panose="020B0503020204020204" charset="-122"/>
                <a:cs typeface="微软雅黑" panose="020B0503020204020204" charset="-122"/>
              </a:rPr>
              <a:t>总体要求</a:t>
            </a:r>
            <a:endParaRPr kumimoji="0" lang="zh-CN" altLang="en-US" sz="2000" b="1" i="0" u="none" strike="noStrike" kern="0" cap="none" spc="0" normalizeH="0" baseline="0" noProof="0" dirty="0">
              <a:ln>
                <a:noFill/>
              </a:ln>
              <a:solidFill>
                <a:srgbClr val="FFFFFF">
                  <a:lumMod val="65000"/>
                </a:srgbClr>
              </a:solidFill>
              <a:effectLst/>
              <a:uLnTx/>
              <a:uFillTx/>
              <a:latin typeface="微软雅黑" panose="020B0503020204020204" charset="-122"/>
              <a:ea typeface="微软雅黑" panose="020B0503020204020204" charset="-122"/>
              <a:cs typeface="微软雅黑" panose="020B0503020204020204" charset="-122"/>
            </a:endParaRPr>
          </a:p>
        </p:txBody>
      </p:sp>
      <p:pic>
        <p:nvPicPr>
          <p:cNvPr id="9" name="图片 8"/>
          <p:cNvPicPr/>
          <p:nvPr/>
        </p:nvPicPr>
        <p:blipFill>
          <a:blip r:embed="rId4"/>
          <a:srcRect l="4956" r="19242"/>
          <a:stretch>
            <a:fillRect/>
          </a:stretch>
        </p:blipFill>
        <p:spPr>
          <a:xfrm>
            <a:off x="166913" y="1084068"/>
            <a:ext cx="1993087" cy="2112553"/>
          </a:xfrm>
          <a:prstGeom prst="rect">
            <a:avLst/>
          </a:prstGeom>
        </p:spPr>
      </p:pic>
      <p:pic>
        <p:nvPicPr>
          <p:cNvPr id="12" name="图片 11" descr="01_基础规范"/>
          <p:cNvPicPr>
            <a:picLocks noChangeAspect="1"/>
          </p:cNvPicPr>
          <p:nvPr/>
        </p:nvPicPr>
        <p:blipFill>
          <a:blip r:embed="rId5"/>
          <a:srcRect l="-2671" t="33328" r="2671" b="55862"/>
          <a:stretch>
            <a:fillRect/>
          </a:stretch>
        </p:blipFill>
        <p:spPr>
          <a:xfrm>
            <a:off x="1299302" y="4063901"/>
            <a:ext cx="10497185" cy="2694940"/>
          </a:xfrm>
          <a:prstGeom prst="rect">
            <a:avLst/>
          </a:prstGeom>
        </p:spPr>
      </p:pic>
      <p:pic>
        <p:nvPicPr>
          <p:cNvPr id="8" name="图片 7"/>
          <p:cNvPicPr/>
          <p:nvPr/>
        </p:nvPicPr>
        <p:blipFill>
          <a:blip r:embed="rId6"/>
          <a:srcRect l="1809" t="34087" r="3517" b="52063"/>
          <a:stretch>
            <a:fillRect/>
          </a:stretch>
        </p:blipFill>
        <p:spPr>
          <a:xfrm>
            <a:off x="2436312" y="2778083"/>
            <a:ext cx="9494432" cy="727125"/>
          </a:xfrm>
          <a:prstGeom prst="rect">
            <a:avLst/>
          </a:prstGeom>
        </p:spPr>
      </p:pic>
      <p:pic>
        <p:nvPicPr>
          <p:cNvPr id="10" name="图片 9"/>
          <p:cNvPicPr/>
          <p:nvPr/>
        </p:nvPicPr>
        <p:blipFill>
          <a:blip r:embed="rId6"/>
          <a:srcRect l="1809" t="2206" r="3517" b="40093"/>
          <a:stretch>
            <a:fillRect/>
          </a:stretch>
        </p:blipFill>
        <p:spPr>
          <a:xfrm>
            <a:off x="2530655" y="1044058"/>
            <a:ext cx="9494432" cy="3029321"/>
          </a:xfrm>
          <a:prstGeom prst="rect">
            <a:avLst/>
          </a:prstGeom>
        </p:spPr>
      </p:pic>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222374" y="502085"/>
            <a:ext cx="879891" cy="460375"/>
          </a:xfrm>
          <a:prstGeom prst="rect">
            <a:avLst/>
          </a:prstGeom>
          <a:noFill/>
        </p:spPr>
        <p:txBody>
          <a:bodyPr wrap="square">
            <a:spAutoFit/>
          </a:bodyPr>
          <a:lstStyle>
            <a:defPPr>
              <a:defRPr lang="zh-CN"/>
            </a:defPPr>
            <a:lvl1pPr>
              <a:defRPr sz="15000">
                <a:gradFill flip="none" rotWithShape="1">
                  <a:gsLst>
                    <a:gs pos="23000">
                      <a:srgbClr val="C0DBD2"/>
                    </a:gs>
                    <a:gs pos="86239">
                      <a:srgbClr val="A6CFC9"/>
                    </a:gs>
                    <a:gs pos="47000">
                      <a:srgbClr val="7AA99E"/>
                    </a:gs>
                  </a:gsLst>
                  <a:lin ang="2700000" scaled="1"/>
                  <a:tileRect/>
                </a:gradFill>
                <a:latin typeface="Aa武道家" pitchFamily="18" charset="-122"/>
                <a:ea typeface="Aa武道家" pitchFamily="18" charset="-122"/>
              </a:defRPr>
            </a:lvl1pPr>
          </a:lstStyle>
          <a:p>
            <a:pPr eaLnBrk="1" fontAlgn="auto" hangingPunct="1">
              <a:defRPr/>
            </a:pPr>
            <a:r>
              <a:rPr lang="en-US" altLang="zh-CN" sz="2400" b="1" kern="0" noProof="1">
                <a:solidFill>
                  <a:srgbClr val="004EA2"/>
                </a:solidFill>
                <a:latin typeface="Arial" panose="020B0604020202020204" pitchFamily="34" charset="0"/>
                <a:ea typeface="微软雅黑" panose="020B0503020204020204" charset="-122"/>
                <a:cs typeface="Arial" panose="020B0604020202020204" pitchFamily="34" charset="0"/>
                <a:sym typeface="Arial" panose="020B0604020202020204" pitchFamily="34" charset="0"/>
              </a:rPr>
              <a:t>2.6</a:t>
            </a:r>
            <a:r>
              <a:rPr lang="en-US" altLang="zh-CN" sz="2400" b="1" kern="0" noProof="1">
                <a:solidFill>
                  <a:srgbClr val="004EA2"/>
                </a:solidFill>
                <a:latin typeface="微软雅黑" panose="020B0503020204020204" charset="-122"/>
                <a:ea typeface="微软雅黑" panose="020B0503020204020204" charset="-122"/>
                <a:sym typeface="Arial" panose="020B0604020202020204" pitchFamily="34" charset="0"/>
              </a:rPr>
              <a:t> </a:t>
            </a:r>
            <a:endParaRPr lang="en-US" altLang="zh-CN" sz="2400" b="1" kern="0" noProof="1">
              <a:solidFill>
                <a:srgbClr val="004EA2"/>
              </a:solidFill>
              <a:latin typeface="微软雅黑" panose="020B0503020204020204" charset="-122"/>
              <a:ea typeface="微软雅黑" panose="020B0503020204020204" charset="-122"/>
              <a:sym typeface="Arial" panose="020B0604020202020204" pitchFamily="34" charset="0"/>
            </a:endParaRPr>
          </a:p>
        </p:txBody>
      </p:sp>
      <p:sp>
        <p:nvSpPr>
          <p:cNvPr id="3" name="矩形 11"/>
          <p:cNvSpPr/>
          <p:nvPr/>
        </p:nvSpPr>
        <p:spPr bwMode="auto">
          <a:xfrm>
            <a:off x="2160442" y="99159"/>
            <a:ext cx="1282670" cy="430374"/>
          </a:xfrm>
          <a:prstGeom prst="rect">
            <a:avLst/>
          </a:prstGeom>
          <a:grp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pPr>
            <a:r>
              <a:rPr lang="zh-CN" altLang="en-US" sz="2000" b="1" kern="0" dirty="0">
                <a:solidFill>
                  <a:srgbClr val="FFFFFF">
                    <a:lumMod val="65000"/>
                  </a:srgbClr>
                </a:solidFill>
                <a:latin typeface="微软雅黑" panose="020B0503020204020204" charset="-122"/>
                <a:ea typeface="微软雅黑" panose="020B0503020204020204" charset="-122"/>
                <a:cs typeface="微软雅黑" panose="020B0503020204020204" charset="-122"/>
              </a:rPr>
              <a:t>总体要求</a:t>
            </a:r>
            <a:endParaRPr kumimoji="0" lang="zh-CN" altLang="en-US" sz="2000" b="1" i="0" u="none" strike="noStrike" kern="0" cap="none" spc="0" normalizeH="0" baseline="0" noProof="0" dirty="0">
              <a:ln>
                <a:noFill/>
              </a:ln>
              <a:solidFill>
                <a:srgbClr val="FFFFFF">
                  <a:lumMod val="65000"/>
                </a:srgbClr>
              </a:solidFill>
              <a:effectLst/>
              <a:uLnTx/>
              <a:uFillTx/>
              <a:latin typeface="微软雅黑" panose="020B0503020204020204" charset="-122"/>
              <a:ea typeface="微软雅黑" panose="020B0503020204020204" charset="-122"/>
              <a:cs typeface="微软雅黑" panose="020B0503020204020204" charset="-122"/>
            </a:endParaRPr>
          </a:p>
        </p:txBody>
      </p:sp>
      <p:pic>
        <p:nvPicPr>
          <p:cNvPr id="8" name="图片 7" descr="1-设计规范-基础规范"/>
          <p:cNvPicPr>
            <a:picLocks noChangeAspect="1"/>
          </p:cNvPicPr>
          <p:nvPr/>
        </p:nvPicPr>
        <p:blipFill>
          <a:blip r:embed="rId1"/>
          <a:srcRect t="30991" b="49954"/>
          <a:stretch>
            <a:fillRect/>
          </a:stretch>
        </p:blipFill>
        <p:spPr>
          <a:xfrm>
            <a:off x="-318770" y="1057275"/>
            <a:ext cx="13133070" cy="6192520"/>
          </a:xfrm>
          <a:prstGeom prst="rect">
            <a:avLst/>
          </a:prstGeom>
        </p:spPr>
      </p:pic>
      <p:sp>
        <p:nvSpPr>
          <p:cNvPr id="6" name="矩形 8"/>
          <p:cNvSpPr/>
          <p:nvPr/>
        </p:nvSpPr>
        <p:spPr bwMode="auto">
          <a:xfrm>
            <a:off x="2160000" y="470242"/>
            <a:ext cx="5051425" cy="497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20000"/>
              </a:lnSpc>
            </a:pPr>
            <a:r>
              <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rPr>
              <a:t>文字</a:t>
            </a:r>
            <a:endPar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1"/>
          <p:cNvGrpSpPr/>
          <p:nvPr/>
        </p:nvGrpSpPr>
        <p:grpSpPr bwMode="auto">
          <a:xfrm>
            <a:off x="10701338" y="0"/>
            <a:ext cx="766762" cy="766763"/>
            <a:chOff x="11522" y="1262"/>
            <a:chExt cx="1864" cy="1864"/>
          </a:xfrm>
        </p:grpSpPr>
        <p:sp>
          <p:nvSpPr>
            <p:cNvPr id="5" name="矩形 4"/>
            <p:cNvSpPr/>
            <p:nvPr userDrawn="1">
              <p:custDataLst>
                <p:tags r:id="rId1"/>
              </p:custDataLst>
            </p:nvPr>
          </p:nvSpPr>
          <p:spPr>
            <a:xfrm>
              <a:off x="11522" y="1262"/>
              <a:ext cx="1864" cy="1864"/>
            </a:xfrm>
            <a:prstGeom prst="rect">
              <a:avLst/>
            </a:prstGeom>
            <a:solidFill>
              <a:srgbClr val="004EA2"/>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anchor="ctr"/>
            <a:lstStyle/>
            <a:p>
              <a:pPr algn="ctr" fontAlgn="auto"/>
              <a:endParaRPr lang="zh-CN" altLang="en-US" noProof="1"/>
            </a:p>
          </p:txBody>
        </p:sp>
        <p:pic>
          <p:nvPicPr>
            <p:cNvPr id="7" name="图片 7"/>
            <p:cNvPicPr>
              <a:picLocks noGrp="1" noChangeAspect="1" noChangeArrowheads="1"/>
            </p:cNvPicPr>
            <p:nvPr>
              <p:custDataLst>
                <p:tags r:id="rId2"/>
              </p:custDataLst>
            </p:nvPr>
          </p:nvPicPr>
          <p:blipFill>
            <a:blip r:embed="rId3">
              <a:extLst>
                <a:ext uri="{28A0092B-C50C-407E-A947-70E740481C1C}">
                  <a14:useLocalDpi xmlns:a14="http://schemas.microsoft.com/office/drawing/2010/main" val="0"/>
                </a:ext>
              </a:extLst>
            </a:blip>
            <a:srcRect/>
            <a:stretch>
              <a:fillRect/>
            </a:stretch>
          </p:blipFill>
          <p:spPr bwMode="auto">
            <a:xfrm>
              <a:off x="11750" y="1490"/>
              <a:ext cx="1408" cy="1408"/>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文本框 1"/>
          <p:cNvSpPr txBox="1"/>
          <p:nvPr/>
        </p:nvSpPr>
        <p:spPr>
          <a:xfrm>
            <a:off x="1222374" y="502085"/>
            <a:ext cx="879891" cy="460375"/>
          </a:xfrm>
          <a:prstGeom prst="rect">
            <a:avLst/>
          </a:prstGeom>
          <a:noFill/>
        </p:spPr>
        <p:txBody>
          <a:bodyPr wrap="square">
            <a:spAutoFit/>
          </a:bodyPr>
          <a:lstStyle>
            <a:defPPr>
              <a:defRPr lang="zh-CN"/>
            </a:defPPr>
            <a:lvl1pPr>
              <a:defRPr sz="15000">
                <a:gradFill flip="none" rotWithShape="1">
                  <a:gsLst>
                    <a:gs pos="23000">
                      <a:srgbClr val="C0DBD2"/>
                    </a:gs>
                    <a:gs pos="86239">
                      <a:srgbClr val="A6CFC9"/>
                    </a:gs>
                    <a:gs pos="47000">
                      <a:srgbClr val="7AA99E"/>
                    </a:gs>
                  </a:gsLst>
                  <a:lin ang="2700000" scaled="1"/>
                  <a:tileRect/>
                </a:gradFill>
                <a:latin typeface="Aa武道家" pitchFamily="18" charset="-122"/>
                <a:ea typeface="Aa武道家" pitchFamily="18" charset="-122"/>
              </a:defRPr>
            </a:lvl1pPr>
          </a:lstStyle>
          <a:p>
            <a:pPr eaLnBrk="1" fontAlgn="auto" hangingPunct="1">
              <a:defRPr/>
            </a:pPr>
            <a:r>
              <a:rPr lang="en-US" altLang="zh-CN" sz="2400" b="1" kern="0" noProof="1">
                <a:solidFill>
                  <a:srgbClr val="004EA2"/>
                </a:solidFill>
                <a:latin typeface="Arial" panose="020B0604020202020204" pitchFamily="34" charset="0"/>
                <a:ea typeface="微软雅黑" panose="020B0503020204020204" charset="-122"/>
                <a:cs typeface="Arial" panose="020B0604020202020204" pitchFamily="34" charset="0"/>
                <a:sym typeface="Arial" panose="020B0604020202020204" pitchFamily="34" charset="0"/>
              </a:rPr>
              <a:t>2.7</a:t>
            </a:r>
            <a:r>
              <a:rPr lang="en-US" altLang="zh-CN" sz="2400" b="1" kern="0" noProof="1">
                <a:solidFill>
                  <a:srgbClr val="004EA2"/>
                </a:solidFill>
                <a:latin typeface="微软雅黑" panose="020B0503020204020204" charset="-122"/>
                <a:ea typeface="微软雅黑" panose="020B0503020204020204" charset="-122"/>
                <a:sym typeface="Arial" panose="020B0604020202020204" pitchFamily="34" charset="0"/>
              </a:rPr>
              <a:t> </a:t>
            </a:r>
            <a:endParaRPr lang="en-US" altLang="zh-CN" sz="2400" b="1" kern="0" noProof="1">
              <a:solidFill>
                <a:srgbClr val="004EA2"/>
              </a:solidFill>
              <a:latin typeface="微软雅黑" panose="020B0503020204020204" charset="-122"/>
              <a:ea typeface="微软雅黑" panose="020B0503020204020204" charset="-122"/>
              <a:sym typeface="Arial" panose="020B0604020202020204" pitchFamily="34" charset="0"/>
            </a:endParaRPr>
          </a:p>
        </p:txBody>
      </p:sp>
      <p:sp>
        <p:nvSpPr>
          <p:cNvPr id="6" name="矩形 8"/>
          <p:cNvSpPr/>
          <p:nvPr/>
        </p:nvSpPr>
        <p:spPr bwMode="auto">
          <a:xfrm>
            <a:off x="2160000" y="470242"/>
            <a:ext cx="5051425" cy="497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20000"/>
              </a:lnSpc>
            </a:pPr>
            <a:r>
              <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rPr>
              <a:t>圆角</a:t>
            </a:r>
            <a:endPar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endParaRPr>
          </a:p>
        </p:txBody>
      </p:sp>
      <p:sp>
        <p:nvSpPr>
          <p:cNvPr id="3" name="矩形 11"/>
          <p:cNvSpPr/>
          <p:nvPr/>
        </p:nvSpPr>
        <p:spPr bwMode="auto">
          <a:xfrm>
            <a:off x="2160442" y="99159"/>
            <a:ext cx="1282670" cy="430374"/>
          </a:xfrm>
          <a:prstGeom prst="rect">
            <a:avLst/>
          </a:prstGeom>
          <a:grp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pPr>
            <a:r>
              <a:rPr lang="zh-CN" altLang="en-US" sz="2000" b="1" kern="0" dirty="0">
                <a:solidFill>
                  <a:srgbClr val="FFFFFF">
                    <a:lumMod val="65000"/>
                  </a:srgbClr>
                </a:solidFill>
                <a:latin typeface="微软雅黑" panose="020B0503020204020204" charset="-122"/>
                <a:ea typeface="微软雅黑" panose="020B0503020204020204" charset="-122"/>
                <a:cs typeface="微软雅黑" panose="020B0503020204020204" charset="-122"/>
              </a:rPr>
              <a:t>总体要求</a:t>
            </a:r>
            <a:endParaRPr kumimoji="0" lang="zh-CN" altLang="en-US" sz="2000" b="1" i="0" u="none" strike="noStrike" kern="0" cap="none" spc="0" normalizeH="0" baseline="0" noProof="0" dirty="0">
              <a:ln>
                <a:noFill/>
              </a:ln>
              <a:solidFill>
                <a:srgbClr val="FFFFFF">
                  <a:lumMod val="65000"/>
                </a:srgbClr>
              </a:solidFill>
              <a:effectLst/>
              <a:uLnTx/>
              <a:uFillTx/>
              <a:latin typeface="微软雅黑" panose="020B0503020204020204" charset="-122"/>
              <a:ea typeface="微软雅黑" panose="020B0503020204020204" charset="-122"/>
              <a:cs typeface="微软雅黑" panose="020B0503020204020204" charset="-122"/>
            </a:endParaRPr>
          </a:p>
        </p:txBody>
      </p:sp>
      <p:pic>
        <p:nvPicPr>
          <p:cNvPr id="12" name="图片 11"/>
          <p:cNvPicPr>
            <a:picLocks noChangeAspect="1"/>
          </p:cNvPicPr>
          <p:nvPr/>
        </p:nvPicPr>
        <p:blipFill>
          <a:blip r:embed="rId4"/>
          <a:stretch>
            <a:fillRect/>
          </a:stretch>
        </p:blipFill>
        <p:spPr>
          <a:xfrm>
            <a:off x="1000340" y="1044058"/>
            <a:ext cx="10191319" cy="5720154"/>
          </a:xfrm>
          <a:prstGeom prst="rect">
            <a:avLst/>
          </a:prstGeom>
        </p:spPr>
      </p:pic>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1"/>
          <p:cNvGrpSpPr/>
          <p:nvPr/>
        </p:nvGrpSpPr>
        <p:grpSpPr bwMode="auto">
          <a:xfrm>
            <a:off x="10701338" y="0"/>
            <a:ext cx="766762" cy="766763"/>
            <a:chOff x="11522" y="1262"/>
            <a:chExt cx="1864" cy="1864"/>
          </a:xfrm>
        </p:grpSpPr>
        <p:sp>
          <p:nvSpPr>
            <p:cNvPr id="5" name="矩形 4"/>
            <p:cNvSpPr/>
            <p:nvPr userDrawn="1">
              <p:custDataLst>
                <p:tags r:id="rId1"/>
              </p:custDataLst>
            </p:nvPr>
          </p:nvSpPr>
          <p:spPr>
            <a:xfrm>
              <a:off x="11522" y="1262"/>
              <a:ext cx="1864" cy="1864"/>
            </a:xfrm>
            <a:prstGeom prst="rect">
              <a:avLst/>
            </a:prstGeom>
            <a:solidFill>
              <a:srgbClr val="004EA2"/>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anchor="ctr"/>
            <a:lstStyle/>
            <a:p>
              <a:pPr algn="ctr" fontAlgn="auto"/>
              <a:endParaRPr lang="zh-CN" altLang="en-US" noProof="1"/>
            </a:p>
          </p:txBody>
        </p:sp>
        <p:pic>
          <p:nvPicPr>
            <p:cNvPr id="7" name="图片 7"/>
            <p:cNvPicPr>
              <a:picLocks noGrp="1" noChangeAspect="1" noChangeArrowheads="1"/>
            </p:cNvPicPr>
            <p:nvPr>
              <p:custDataLst>
                <p:tags r:id="rId2"/>
              </p:custDataLst>
            </p:nvPr>
          </p:nvPicPr>
          <p:blipFill>
            <a:blip r:embed="rId3">
              <a:extLst>
                <a:ext uri="{28A0092B-C50C-407E-A947-70E740481C1C}">
                  <a14:useLocalDpi xmlns:a14="http://schemas.microsoft.com/office/drawing/2010/main" val="0"/>
                </a:ext>
              </a:extLst>
            </a:blip>
            <a:srcRect/>
            <a:stretch>
              <a:fillRect/>
            </a:stretch>
          </p:blipFill>
          <p:spPr bwMode="auto">
            <a:xfrm>
              <a:off x="11750" y="1490"/>
              <a:ext cx="1408" cy="1408"/>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文本框 1"/>
          <p:cNvSpPr txBox="1"/>
          <p:nvPr/>
        </p:nvSpPr>
        <p:spPr>
          <a:xfrm>
            <a:off x="1222374" y="502085"/>
            <a:ext cx="879891" cy="460375"/>
          </a:xfrm>
          <a:prstGeom prst="rect">
            <a:avLst/>
          </a:prstGeom>
          <a:noFill/>
        </p:spPr>
        <p:txBody>
          <a:bodyPr wrap="square">
            <a:spAutoFit/>
          </a:bodyPr>
          <a:lstStyle>
            <a:defPPr>
              <a:defRPr lang="zh-CN"/>
            </a:defPPr>
            <a:lvl1pPr>
              <a:defRPr sz="15000">
                <a:gradFill flip="none" rotWithShape="1">
                  <a:gsLst>
                    <a:gs pos="23000">
                      <a:srgbClr val="C0DBD2"/>
                    </a:gs>
                    <a:gs pos="86239">
                      <a:srgbClr val="A6CFC9"/>
                    </a:gs>
                    <a:gs pos="47000">
                      <a:srgbClr val="7AA99E"/>
                    </a:gs>
                  </a:gsLst>
                  <a:lin ang="2700000" scaled="1"/>
                  <a:tileRect/>
                </a:gradFill>
                <a:latin typeface="Aa武道家" pitchFamily="18" charset="-122"/>
                <a:ea typeface="Aa武道家" pitchFamily="18" charset="-122"/>
              </a:defRPr>
            </a:lvl1pPr>
          </a:lstStyle>
          <a:p>
            <a:pPr eaLnBrk="1" fontAlgn="auto" hangingPunct="1">
              <a:defRPr/>
            </a:pPr>
            <a:r>
              <a:rPr lang="en-US" altLang="zh-CN" sz="2400" b="1" kern="0" noProof="1">
                <a:solidFill>
                  <a:srgbClr val="004EA2"/>
                </a:solidFill>
                <a:latin typeface="Arial" panose="020B0604020202020204" pitchFamily="34" charset="0"/>
                <a:ea typeface="微软雅黑" panose="020B0503020204020204" charset="-122"/>
                <a:cs typeface="Arial" panose="020B0604020202020204" pitchFamily="34" charset="0"/>
                <a:sym typeface="Arial" panose="020B0604020202020204" pitchFamily="34" charset="0"/>
              </a:rPr>
              <a:t>2.8</a:t>
            </a:r>
            <a:r>
              <a:rPr lang="en-US" altLang="zh-CN" sz="2400" b="1" kern="0" noProof="1">
                <a:solidFill>
                  <a:srgbClr val="004EA2"/>
                </a:solidFill>
                <a:latin typeface="微软雅黑" panose="020B0503020204020204" charset="-122"/>
                <a:ea typeface="微软雅黑" panose="020B0503020204020204" charset="-122"/>
                <a:sym typeface="Arial" panose="020B0604020202020204" pitchFamily="34" charset="0"/>
              </a:rPr>
              <a:t> </a:t>
            </a:r>
            <a:endParaRPr lang="en-US" altLang="zh-CN" sz="2400" b="1" kern="0" noProof="1">
              <a:solidFill>
                <a:srgbClr val="004EA2"/>
              </a:solidFill>
              <a:latin typeface="微软雅黑" panose="020B0503020204020204" charset="-122"/>
              <a:ea typeface="微软雅黑" panose="020B0503020204020204" charset="-122"/>
              <a:sym typeface="Arial" panose="020B0604020202020204" pitchFamily="34" charset="0"/>
            </a:endParaRPr>
          </a:p>
        </p:txBody>
      </p:sp>
      <p:sp>
        <p:nvSpPr>
          <p:cNvPr id="6" name="矩形 8"/>
          <p:cNvSpPr/>
          <p:nvPr/>
        </p:nvSpPr>
        <p:spPr bwMode="auto">
          <a:xfrm>
            <a:off x="2160000" y="470242"/>
            <a:ext cx="5051425" cy="497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20000"/>
              </a:lnSpc>
            </a:pPr>
            <a:r>
              <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rPr>
              <a:t>间距</a:t>
            </a:r>
            <a:endPar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endParaRPr>
          </a:p>
        </p:txBody>
      </p:sp>
      <p:sp>
        <p:nvSpPr>
          <p:cNvPr id="3" name="矩形 11"/>
          <p:cNvSpPr/>
          <p:nvPr/>
        </p:nvSpPr>
        <p:spPr bwMode="auto">
          <a:xfrm>
            <a:off x="2160442" y="99159"/>
            <a:ext cx="1282670" cy="430374"/>
          </a:xfrm>
          <a:prstGeom prst="rect">
            <a:avLst/>
          </a:prstGeom>
          <a:grp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pPr>
            <a:r>
              <a:rPr lang="zh-CN" altLang="en-US" sz="2000" b="1" kern="0" dirty="0">
                <a:solidFill>
                  <a:srgbClr val="FFFFFF">
                    <a:lumMod val="65000"/>
                  </a:srgbClr>
                </a:solidFill>
                <a:latin typeface="微软雅黑" panose="020B0503020204020204" charset="-122"/>
                <a:ea typeface="微软雅黑" panose="020B0503020204020204" charset="-122"/>
                <a:cs typeface="微软雅黑" panose="020B0503020204020204" charset="-122"/>
              </a:rPr>
              <a:t>总体要求</a:t>
            </a:r>
            <a:endParaRPr kumimoji="0" lang="zh-CN" altLang="en-US" sz="2000" b="1" i="0" u="none" strike="noStrike" kern="0" cap="none" spc="0" normalizeH="0" baseline="0" noProof="0" dirty="0">
              <a:ln>
                <a:noFill/>
              </a:ln>
              <a:solidFill>
                <a:srgbClr val="FFFFFF">
                  <a:lumMod val="65000"/>
                </a:srgbClr>
              </a:solidFill>
              <a:effectLst/>
              <a:uLnTx/>
              <a:uFillTx/>
              <a:latin typeface="微软雅黑" panose="020B0503020204020204" charset="-122"/>
              <a:ea typeface="微软雅黑" panose="020B0503020204020204" charset="-122"/>
              <a:cs typeface="微软雅黑" panose="020B0503020204020204" charset="-122"/>
            </a:endParaRPr>
          </a:p>
        </p:txBody>
      </p:sp>
      <p:pic>
        <p:nvPicPr>
          <p:cNvPr id="13" name="图片 12" descr="1-设计规范-基础规范"/>
          <p:cNvPicPr/>
          <p:nvPr/>
        </p:nvPicPr>
        <p:blipFill>
          <a:blip r:embed="rId4"/>
          <a:srcRect l="7202" t="72876" r="4547"/>
          <a:stretch>
            <a:fillRect/>
          </a:stretch>
        </p:blipFill>
        <p:spPr>
          <a:xfrm>
            <a:off x="87085" y="1074058"/>
            <a:ext cx="7605486" cy="5783942"/>
          </a:xfrm>
          <a:prstGeom prst="rect">
            <a:avLst/>
          </a:prstGeom>
        </p:spPr>
      </p:pic>
      <p:sp>
        <p:nvSpPr>
          <p:cNvPr id="17" name="文本框 16"/>
          <p:cNvSpPr txBox="1"/>
          <p:nvPr/>
        </p:nvSpPr>
        <p:spPr>
          <a:xfrm>
            <a:off x="7853363" y="1120358"/>
            <a:ext cx="4043362" cy="4563878"/>
          </a:xfrm>
          <a:prstGeom prst="rect">
            <a:avLst/>
          </a:prstGeom>
          <a:noFill/>
        </p:spPr>
        <p:txBody>
          <a:bodyPr wrap="square" rtlCol="0">
            <a:spAutoFit/>
          </a:bodyPr>
          <a:lstStyle/>
          <a:p>
            <a:pPr marL="285750" indent="-285750">
              <a:lnSpc>
                <a:spcPct val="200000"/>
              </a:lnSpc>
              <a:buFont typeface="Wingdings" panose="05000000000000000000" pitchFamily="2" charset="2"/>
              <a:buChar char="l"/>
            </a:pPr>
            <a:r>
              <a:rPr lang="en-US" altLang="zh-CN" sz="1600" dirty="0">
                <a:solidFill>
                  <a:schemeClr val="accent2"/>
                </a:solidFill>
                <a:latin typeface="微软雅黑" panose="020B0503020204020204" charset="-122"/>
                <a:ea typeface="微软雅黑" panose="020B0503020204020204" charset="-122"/>
              </a:rPr>
              <a:t>8px</a:t>
            </a:r>
            <a:r>
              <a:rPr lang="zh-CN" altLang="en-US" sz="1600" dirty="0">
                <a:solidFill>
                  <a:schemeClr val="tx1">
                    <a:lumMod val="50000"/>
                    <a:lumOff val="50000"/>
                  </a:schemeClr>
                </a:solidFill>
                <a:latin typeface="微软雅黑" panose="020B0503020204020204" charset="-122"/>
                <a:ea typeface="微软雅黑" panose="020B0503020204020204" charset="-122"/>
              </a:rPr>
              <a:t>，输入框标题与输入框的左右、上下间距</a:t>
            </a:r>
            <a:endParaRPr lang="en-US" altLang="zh-CN" sz="1600" dirty="0">
              <a:solidFill>
                <a:schemeClr val="tx1">
                  <a:lumMod val="50000"/>
                  <a:lumOff val="50000"/>
                </a:schemeClr>
              </a:solidFill>
              <a:latin typeface="微软雅黑" panose="020B0503020204020204" charset="-122"/>
              <a:ea typeface="微软雅黑" panose="020B0503020204020204" charset="-122"/>
            </a:endParaRPr>
          </a:p>
          <a:p>
            <a:pPr marL="285750" indent="-285750">
              <a:lnSpc>
                <a:spcPct val="200000"/>
              </a:lnSpc>
              <a:buFont typeface="Wingdings" panose="05000000000000000000" pitchFamily="2" charset="2"/>
              <a:buChar char="l"/>
            </a:pPr>
            <a:r>
              <a:rPr lang="en-US" altLang="zh-CN" sz="1600" dirty="0">
                <a:solidFill>
                  <a:schemeClr val="accent2"/>
                </a:solidFill>
                <a:latin typeface="微软雅黑" panose="020B0503020204020204" charset="-122"/>
                <a:ea typeface="微软雅黑" panose="020B0503020204020204" charset="-122"/>
              </a:rPr>
              <a:t>16px</a:t>
            </a:r>
            <a:r>
              <a:rPr lang="zh-CN" altLang="en-US" sz="1600" dirty="0">
                <a:solidFill>
                  <a:schemeClr val="tx1">
                    <a:lumMod val="50000"/>
                    <a:lumOff val="50000"/>
                  </a:schemeClr>
                </a:solidFill>
                <a:latin typeface="微软雅黑" panose="020B0503020204020204" charset="-122"/>
                <a:ea typeface="微软雅黑" panose="020B0503020204020204" charset="-122"/>
              </a:rPr>
              <a:t>，常用模块或元素距离卡片底部的距离卡片之间上下左右间距</a:t>
            </a:r>
            <a:endParaRPr lang="en-US" altLang="zh-CN" sz="1600" dirty="0">
              <a:solidFill>
                <a:schemeClr val="tx1">
                  <a:lumMod val="50000"/>
                  <a:lumOff val="50000"/>
                </a:schemeClr>
              </a:solidFill>
              <a:latin typeface="微软雅黑" panose="020B0503020204020204" charset="-122"/>
              <a:ea typeface="微软雅黑" panose="020B0503020204020204" charset="-122"/>
            </a:endParaRPr>
          </a:p>
          <a:p>
            <a:pPr marL="285750" indent="-285750">
              <a:lnSpc>
                <a:spcPct val="200000"/>
              </a:lnSpc>
              <a:buFont typeface="Wingdings" panose="05000000000000000000" pitchFamily="2" charset="2"/>
              <a:buChar char="l"/>
            </a:pPr>
            <a:r>
              <a:rPr lang="en-US" altLang="zh-CN" sz="1600" dirty="0">
                <a:solidFill>
                  <a:schemeClr val="accent2"/>
                </a:solidFill>
                <a:latin typeface="微软雅黑" panose="020B0503020204020204" charset="-122"/>
                <a:ea typeface="微软雅黑" panose="020B0503020204020204" charset="-122"/>
              </a:rPr>
              <a:t>20px</a:t>
            </a:r>
            <a:r>
              <a:rPr lang="zh-CN" altLang="en-US" sz="1600" dirty="0">
                <a:solidFill>
                  <a:schemeClr val="tx1">
                    <a:lumMod val="50000"/>
                    <a:lumOff val="50000"/>
                  </a:schemeClr>
                </a:solidFill>
                <a:latin typeface="微软雅黑" panose="020B0503020204020204" charset="-122"/>
                <a:ea typeface="微软雅黑" panose="020B0503020204020204" charset="-122"/>
              </a:rPr>
              <a:t>，可用于页面版心与周围间距</a:t>
            </a:r>
            <a:endParaRPr lang="en-US" altLang="zh-CN" sz="1600" dirty="0">
              <a:solidFill>
                <a:schemeClr val="tx1">
                  <a:lumMod val="50000"/>
                  <a:lumOff val="50000"/>
                </a:schemeClr>
              </a:solidFill>
              <a:latin typeface="微软雅黑" panose="020B0503020204020204" charset="-122"/>
              <a:ea typeface="微软雅黑" panose="020B0503020204020204" charset="-122"/>
            </a:endParaRPr>
          </a:p>
          <a:p>
            <a:pPr marL="285750" indent="-285750">
              <a:lnSpc>
                <a:spcPct val="200000"/>
              </a:lnSpc>
              <a:buFont typeface="Wingdings" panose="05000000000000000000" pitchFamily="2" charset="2"/>
              <a:buChar char="l"/>
            </a:pPr>
            <a:r>
              <a:rPr lang="en-US" altLang="zh-CN" sz="1600" dirty="0">
                <a:solidFill>
                  <a:schemeClr val="accent2"/>
                </a:solidFill>
                <a:latin typeface="微软雅黑" panose="020B0503020204020204" charset="-122"/>
                <a:ea typeface="微软雅黑" panose="020B0503020204020204" charset="-122"/>
              </a:rPr>
              <a:t>28px</a:t>
            </a:r>
            <a:r>
              <a:rPr lang="zh-CN" altLang="en-US" sz="1600" dirty="0">
                <a:solidFill>
                  <a:schemeClr val="tx1">
                    <a:lumMod val="50000"/>
                    <a:lumOff val="50000"/>
                  </a:schemeClr>
                </a:solidFill>
                <a:latin typeface="微软雅黑" panose="020B0503020204020204" charset="-122"/>
                <a:ea typeface="微软雅黑" panose="020B0503020204020204" charset="-122"/>
              </a:rPr>
              <a:t>，页面正文背景距页面底部安全距离</a:t>
            </a:r>
            <a:endParaRPr lang="en-US" altLang="zh-CN" sz="1600" dirty="0">
              <a:solidFill>
                <a:schemeClr val="tx1">
                  <a:lumMod val="50000"/>
                  <a:lumOff val="50000"/>
                </a:schemeClr>
              </a:solidFill>
              <a:latin typeface="微软雅黑" panose="020B0503020204020204" charset="-122"/>
              <a:ea typeface="微软雅黑" panose="020B0503020204020204" charset="-122"/>
            </a:endParaRPr>
          </a:p>
          <a:p>
            <a:pPr marL="285750" indent="-285750">
              <a:lnSpc>
                <a:spcPct val="200000"/>
              </a:lnSpc>
              <a:buFont typeface="Wingdings" panose="05000000000000000000" pitchFamily="2" charset="2"/>
              <a:buChar char="l"/>
            </a:pPr>
            <a:r>
              <a:rPr lang="en-US" altLang="zh-CN" sz="1600" dirty="0">
                <a:solidFill>
                  <a:schemeClr val="accent2"/>
                </a:solidFill>
                <a:latin typeface="微软雅黑" panose="020B0503020204020204" charset="-122"/>
                <a:ea typeface="微软雅黑" panose="020B0503020204020204" charset="-122"/>
              </a:rPr>
              <a:t>32px</a:t>
            </a:r>
            <a:r>
              <a:rPr lang="zh-CN" altLang="en-US" sz="1600" dirty="0">
                <a:solidFill>
                  <a:schemeClr val="tx1">
                    <a:lumMod val="50000"/>
                    <a:lumOff val="50000"/>
                  </a:schemeClr>
                </a:solidFill>
                <a:latin typeface="微软雅黑" panose="020B0503020204020204" charset="-122"/>
                <a:ea typeface="微软雅黑" panose="020B0503020204020204" charset="-122"/>
              </a:rPr>
              <a:t>，界面大间距特殊场景</a:t>
            </a:r>
            <a:r>
              <a:rPr lang="en-US" altLang="zh-CN" sz="1600" dirty="0">
                <a:solidFill>
                  <a:schemeClr val="tx1">
                    <a:lumMod val="50000"/>
                    <a:lumOff val="50000"/>
                  </a:schemeClr>
                </a:solidFill>
                <a:latin typeface="微软雅黑" panose="020B0503020204020204" charset="-122"/>
                <a:ea typeface="微软雅黑" panose="020B0503020204020204" charset="-122"/>
              </a:rPr>
              <a:t>,</a:t>
            </a:r>
            <a:r>
              <a:rPr lang="zh-CN" altLang="en-US" sz="1600" dirty="0">
                <a:solidFill>
                  <a:schemeClr val="tx1">
                    <a:lumMod val="50000"/>
                    <a:lumOff val="50000"/>
                  </a:schemeClr>
                </a:solidFill>
                <a:latin typeface="微软雅黑" panose="020B0503020204020204" charset="-122"/>
                <a:ea typeface="微软雅黑" panose="020B0503020204020204" charset="-122"/>
              </a:rPr>
              <a:t>板块内容区与内容区划分</a:t>
            </a:r>
            <a:endParaRPr lang="zh-CN" altLang="en-US" sz="1600" dirty="0">
              <a:solidFill>
                <a:schemeClr val="tx1">
                  <a:lumMod val="50000"/>
                  <a:lumOff val="50000"/>
                </a:schemeClr>
              </a:solidFill>
              <a:latin typeface="微软雅黑" panose="020B0503020204020204" charset="-122"/>
              <a:ea typeface="微软雅黑" panose="020B0503020204020204" charset="-122"/>
            </a:endParaRPr>
          </a:p>
        </p:txBody>
      </p:sp>
      <p:cxnSp>
        <p:nvCxnSpPr>
          <p:cNvPr id="18" name="连接符: 曲线 48"/>
          <p:cNvCxnSpPr/>
          <p:nvPr>
            <p:custDataLst>
              <p:tags r:id="rId5"/>
            </p:custDataLst>
          </p:nvPr>
        </p:nvCxnSpPr>
        <p:spPr>
          <a:xfrm flipV="1">
            <a:off x="7153094" y="1495400"/>
            <a:ext cx="800735" cy="430374"/>
          </a:xfrm>
          <a:prstGeom prst="curvedConnector3">
            <a:avLst>
              <a:gd name="adj1" fmla="val 50000"/>
            </a:avLst>
          </a:prstGeom>
          <a:ln w="19050" cap="flat" cmpd="sng" algn="ctr">
            <a:solidFill>
              <a:schemeClr val="accent2"/>
            </a:solidFill>
            <a:prstDash val="dash"/>
            <a:round/>
            <a:headEnd type="oval" w="lg" len="lg"/>
            <a:tailEnd type="triangle" w="lg" len="lg"/>
          </a:ln>
        </p:spPr>
        <p:style>
          <a:lnRef idx="0">
            <a:scrgbClr r="0" g="0" b="0"/>
          </a:lnRef>
          <a:fillRef idx="0">
            <a:scrgbClr r="0" g="0" b="0"/>
          </a:fillRef>
          <a:effectRef idx="0">
            <a:scrgbClr r="0" g="0" b="0"/>
          </a:effectRef>
          <a:fontRef idx="minor">
            <a:schemeClr val="tx1"/>
          </a:fontRef>
        </p:style>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1"/>
          <p:cNvGrpSpPr/>
          <p:nvPr/>
        </p:nvGrpSpPr>
        <p:grpSpPr bwMode="auto">
          <a:xfrm>
            <a:off x="10701338" y="0"/>
            <a:ext cx="766762" cy="766763"/>
            <a:chOff x="11522" y="1262"/>
            <a:chExt cx="1864" cy="1864"/>
          </a:xfrm>
        </p:grpSpPr>
        <p:sp>
          <p:nvSpPr>
            <p:cNvPr id="5" name="矩形 4"/>
            <p:cNvSpPr/>
            <p:nvPr userDrawn="1">
              <p:custDataLst>
                <p:tags r:id="rId1"/>
              </p:custDataLst>
            </p:nvPr>
          </p:nvSpPr>
          <p:spPr>
            <a:xfrm>
              <a:off x="11522" y="1262"/>
              <a:ext cx="1864" cy="1864"/>
            </a:xfrm>
            <a:prstGeom prst="rect">
              <a:avLst/>
            </a:prstGeom>
            <a:solidFill>
              <a:srgbClr val="004EA2"/>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anchor="ctr"/>
            <a:lstStyle/>
            <a:p>
              <a:pPr algn="ctr" fontAlgn="auto"/>
              <a:endParaRPr lang="zh-CN" altLang="en-US" noProof="1"/>
            </a:p>
          </p:txBody>
        </p:sp>
        <p:pic>
          <p:nvPicPr>
            <p:cNvPr id="7" name="图片 7"/>
            <p:cNvPicPr>
              <a:picLocks noGrp="1" noChangeAspect="1" noChangeArrowheads="1"/>
            </p:cNvPicPr>
            <p:nvPr>
              <p:custDataLst>
                <p:tags r:id="rId2"/>
              </p:custDataLst>
            </p:nvPr>
          </p:nvPicPr>
          <p:blipFill>
            <a:blip r:embed="rId3">
              <a:extLst>
                <a:ext uri="{28A0092B-C50C-407E-A947-70E740481C1C}">
                  <a14:useLocalDpi xmlns:a14="http://schemas.microsoft.com/office/drawing/2010/main" val="0"/>
                </a:ext>
              </a:extLst>
            </a:blip>
            <a:srcRect/>
            <a:stretch>
              <a:fillRect/>
            </a:stretch>
          </p:blipFill>
          <p:spPr bwMode="auto">
            <a:xfrm>
              <a:off x="11750" y="1490"/>
              <a:ext cx="1408" cy="1408"/>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文本框 1"/>
          <p:cNvSpPr txBox="1"/>
          <p:nvPr/>
        </p:nvSpPr>
        <p:spPr>
          <a:xfrm>
            <a:off x="1222374" y="502085"/>
            <a:ext cx="879891" cy="460375"/>
          </a:xfrm>
          <a:prstGeom prst="rect">
            <a:avLst/>
          </a:prstGeom>
          <a:noFill/>
        </p:spPr>
        <p:txBody>
          <a:bodyPr wrap="square">
            <a:spAutoFit/>
          </a:bodyPr>
          <a:lstStyle>
            <a:defPPr>
              <a:defRPr lang="zh-CN"/>
            </a:defPPr>
            <a:lvl1pPr>
              <a:defRPr sz="15000">
                <a:gradFill flip="none" rotWithShape="1">
                  <a:gsLst>
                    <a:gs pos="23000">
                      <a:srgbClr val="C0DBD2"/>
                    </a:gs>
                    <a:gs pos="86239">
                      <a:srgbClr val="A6CFC9"/>
                    </a:gs>
                    <a:gs pos="47000">
                      <a:srgbClr val="7AA99E"/>
                    </a:gs>
                  </a:gsLst>
                  <a:lin ang="2700000" scaled="1"/>
                  <a:tileRect/>
                </a:gradFill>
                <a:latin typeface="Aa武道家" pitchFamily="18" charset="-122"/>
                <a:ea typeface="Aa武道家" pitchFamily="18" charset="-122"/>
              </a:defRPr>
            </a:lvl1pPr>
          </a:lstStyle>
          <a:p>
            <a:pPr eaLnBrk="1" fontAlgn="auto" hangingPunct="1">
              <a:defRPr/>
            </a:pPr>
            <a:r>
              <a:rPr lang="en-US" altLang="zh-CN" sz="2400" b="1" kern="0" noProof="1">
                <a:solidFill>
                  <a:srgbClr val="004EA2"/>
                </a:solidFill>
                <a:latin typeface="Arial" panose="020B0604020202020204" pitchFamily="34" charset="0"/>
                <a:ea typeface="微软雅黑" panose="020B0503020204020204" charset="-122"/>
                <a:cs typeface="Arial" panose="020B0604020202020204" pitchFamily="34" charset="0"/>
                <a:sym typeface="Arial" panose="020B0604020202020204" pitchFamily="34" charset="0"/>
              </a:rPr>
              <a:t>2.9</a:t>
            </a:r>
            <a:r>
              <a:rPr lang="en-US" altLang="zh-CN" sz="2400" b="1" kern="0" noProof="1">
                <a:solidFill>
                  <a:srgbClr val="004EA2"/>
                </a:solidFill>
                <a:latin typeface="微软雅黑" panose="020B0503020204020204" charset="-122"/>
                <a:ea typeface="微软雅黑" panose="020B0503020204020204" charset="-122"/>
                <a:sym typeface="Arial" panose="020B0604020202020204" pitchFamily="34" charset="0"/>
              </a:rPr>
              <a:t> </a:t>
            </a:r>
            <a:endParaRPr lang="en-US" altLang="zh-CN" sz="2400" b="1" kern="0" noProof="1">
              <a:solidFill>
                <a:srgbClr val="004EA2"/>
              </a:solidFill>
              <a:latin typeface="微软雅黑" panose="020B0503020204020204" charset="-122"/>
              <a:ea typeface="微软雅黑" panose="020B0503020204020204" charset="-122"/>
              <a:sym typeface="Arial" panose="020B0604020202020204" pitchFamily="34" charset="0"/>
            </a:endParaRPr>
          </a:p>
        </p:txBody>
      </p:sp>
      <p:sp>
        <p:nvSpPr>
          <p:cNvPr id="3" name="矩形 11"/>
          <p:cNvSpPr/>
          <p:nvPr/>
        </p:nvSpPr>
        <p:spPr bwMode="auto">
          <a:xfrm>
            <a:off x="2160442" y="99159"/>
            <a:ext cx="1282670" cy="430374"/>
          </a:xfrm>
          <a:prstGeom prst="rect">
            <a:avLst/>
          </a:prstGeom>
          <a:grp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pPr>
            <a:r>
              <a:rPr lang="zh-CN" altLang="en-US" sz="2000" b="1" kern="0" dirty="0">
                <a:solidFill>
                  <a:srgbClr val="FFFFFF">
                    <a:lumMod val="65000"/>
                  </a:srgbClr>
                </a:solidFill>
                <a:latin typeface="微软雅黑" panose="020B0503020204020204" charset="-122"/>
                <a:ea typeface="微软雅黑" panose="020B0503020204020204" charset="-122"/>
                <a:cs typeface="微软雅黑" panose="020B0503020204020204" charset="-122"/>
              </a:rPr>
              <a:t>组件要求</a:t>
            </a:r>
            <a:endParaRPr kumimoji="0" lang="zh-CN" altLang="en-US" sz="2000" b="1" i="0" u="none" strike="noStrike" kern="0" cap="none" spc="0" normalizeH="0" baseline="0" noProof="0" dirty="0">
              <a:ln>
                <a:noFill/>
              </a:ln>
              <a:solidFill>
                <a:srgbClr val="FFFFFF">
                  <a:lumMod val="65000"/>
                </a:srgbClr>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0" name="矩形 8"/>
          <p:cNvSpPr/>
          <p:nvPr/>
        </p:nvSpPr>
        <p:spPr bwMode="auto">
          <a:xfrm>
            <a:off x="2160000" y="470242"/>
            <a:ext cx="5051425" cy="497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20000"/>
              </a:lnSpc>
            </a:pPr>
            <a:r>
              <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rPr>
              <a:t>按钮</a:t>
            </a:r>
            <a:endPar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endParaRPr>
          </a:p>
        </p:txBody>
      </p:sp>
      <p:pic>
        <p:nvPicPr>
          <p:cNvPr id="6" name="图片 5"/>
          <p:cNvPicPr>
            <a:picLocks noChangeAspect="1"/>
          </p:cNvPicPr>
          <p:nvPr/>
        </p:nvPicPr>
        <p:blipFill>
          <a:blip r:embed="rId4"/>
          <a:stretch>
            <a:fillRect/>
          </a:stretch>
        </p:blipFill>
        <p:spPr>
          <a:xfrm>
            <a:off x="174625" y="1105033"/>
            <a:ext cx="8442086" cy="5589944"/>
          </a:xfrm>
          <a:prstGeom prst="rect">
            <a:avLst/>
          </a:prstGeom>
        </p:spPr>
      </p:pic>
      <p:cxnSp>
        <p:nvCxnSpPr>
          <p:cNvPr id="13" name="连接符: 曲线 48"/>
          <p:cNvCxnSpPr/>
          <p:nvPr>
            <p:custDataLst>
              <p:tags r:id="rId5"/>
            </p:custDataLst>
          </p:nvPr>
        </p:nvCxnSpPr>
        <p:spPr>
          <a:xfrm flipV="1">
            <a:off x="5653314" y="1284514"/>
            <a:ext cx="2558465" cy="1211614"/>
          </a:xfrm>
          <a:prstGeom prst="curvedConnector3">
            <a:avLst>
              <a:gd name="adj1" fmla="val 50000"/>
            </a:avLst>
          </a:prstGeom>
          <a:ln w="19050" cap="flat" cmpd="sng" algn="ctr">
            <a:solidFill>
              <a:schemeClr val="accent2"/>
            </a:solidFill>
            <a:prstDash val="dash"/>
            <a:round/>
            <a:headEnd type="oval" w="lg" len="lg"/>
            <a:tailEnd type="triangle" w="lg" len="lg"/>
          </a:ln>
        </p:spPr>
        <p:style>
          <a:lnRef idx="0">
            <a:scrgbClr r="0" g="0" b="0"/>
          </a:lnRef>
          <a:fillRef idx="0">
            <a:scrgbClr r="0" g="0" b="0"/>
          </a:fillRef>
          <a:effectRef idx="0">
            <a:scrgbClr r="0" g="0" b="0"/>
          </a:effectRef>
          <a:fontRef idx="minor">
            <a:schemeClr val="tx1"/>
          </a:fontRef>
        </p:style>
      </p:cxnSp>
      <p:sp>
        <p:nvSpPr>
          <p:cNvPr id="21" name="文本框 20"/>
          <p:cNvSpPr txBox="1"/>
          <p:nvPr/>
        </p:nvSpPr>
        <p:spPr>
          <a:xfrm>
            <a:off x="8244114" y="962460"/>
            <a:ext cx="3773261" cy="5558060"/>
          </a:xfrm>
          <a:prstGeom prst="rect">
            <a:avLst/>
          </a:prstGeom>
          <a:noFill/>
        </p:spPr>
        <p:txBody>
          <a:bodyPr wrap="square" rtlCol="0">
            <a:spAutoFit/>
          </a:bodyPr>
          <a:lstStyle/>
          <a:p>
            <a:pPr>
              <a:lnSpc>
                <a:spcPct val="200000"/>
              </a:lnSpc>
            </a:pPr>
            <a:r>
              <a:rPr lang="zh-CN" altLang="en-US" b="1" dirty="0">
                <a:solidFill>
                  <a:schemeClr val="accent2"/>
                </a:solidFill>
                <a:latin typeface="微软雅黑" panose="020B0503020204020204" charset="-122"/>
                <a:ea typeface="微软雅黑" panose="020B0503020204020204" charset="-122"/>
              </a:rPr>
              <a:t>按钮明确大中小</a:t>
            </a:r>
            <a:r>
              <a:rPr lang="en-US" altLang="zh-CN" b="1" dirty="0">
                <a:solidFill>
                  <a:schemeClr val="accent2"/>
                </a:solidFill>
                <a:latin typeface="微软雅黑" panose="020B0503020204020204" charset="-122"/>
                <a:ea typeface="微软雅黑" panose="020B0503020204020204" charset="-122"/>
              </a:rPr>
              <a:t>3</a:t>
            </a:r>
            <a:r>
              <a:rPr lang="zh-CN" altLang="en-US" b="1" dirty="0">
                <a:solidFill>
                  <a:schemeClr val="accent2"/>
                </a:solidFill>
                <a:latin typeface="微软雅黑" panose="020B0503020204020204" charset="-122"/>
                <a:ea typeface="微软雅黑" panose="020B0503020204020204" charset="-122"/>
              </a:rPr>
              <a:t>个尺寸（主要针对按钮高度）</a:t>
            </a:r>
            <a:endParaRPr lang="zh-CN" altLang="en-US" b="1" dirty="0">
              <a:solidFill>
                <a:schemeClr val="accent2"/>
              </a:solidFill>
              <a:latin typeface="微软雅黑" panose="020B0503020204020204" charset="-122"/>
              <a:ea typeface="微软雅黑" panose="020B0503020204020204" charset="-122"/>
            </a:endParaRPr>
          </a:p>
          <a:p>
            <a:pPr marL="285750" indent="-285750">
              <a:lnSpc>
                <a:spcPct val="200000"/>
              </a:lnSpc>
              <a:buFont typeface="Arial" panose="020B0604020202020204" pitchFamily="34" charset="0"/>
              <a:buChar char="•"/>
            </a:pPr>
            <a:r>
              <a:rPr lang="zh-CN" altLang="en-US" sz="1600" dirty="0">
                <a:solidFill>
                  <a:schemeClr val="tx1">
                    <a:lumMod val="50000"/>
                    <a:lumOff val="50000"/>
                  </a:schemeClr>
                </a:solidFill>
                <a:latin typeface="微软雅黑" panose="020B0503020204020204" charset="-122"/>
                <a:ea typeface="微软雅黑" panose="020B0503020204020204" charset="-122"/>
              </a:rPr>
              <a:t>小尺寸按钮适合放置在有限的空间内，例如工具栏、对话框或表单中的辅助操作（如表单某一列后加选人等）</a:t>
            </a:r>
            <a:endParaRPr lang="zh-CN" altLang="en-US" sz="1600" dirty="0">
              <a:solidFill>
                <a:schemeClr val="tx1">
                  <a:lumMod val="50000"/>
                  <a:lumOff val="50000"/>
                </a:schemeClr>
              </a:solidFill>
              <a:latin typeface="微软雅黑" panose="020B0503020204020204" charset="-122"/>
              <a:ea typeface="微软雅黑" panose="020B0503020204020204" charset="-122"/>
            </a:endParaRPr>
          </a:p>
          <a:p>
            <a:pPr marL="285750" indent="-285750">
              <a:lnSpc>
                <a:spcPct val="200000"/>
              </a:lnSpc>
              <a:buFont typeface="Arial" panose="020B0604020202020204" pitchFamily="34" charset="0"/>
              <a:buChar char="•"/>
            </a:pPr>
            <a:r>
              <a:rPr lang="zh-CN" altLang="en-US" sz="1600" dirty="0">
                <a:solidFill>
                  <a:schemeClr val="tx1">
                    <a:lumMod val="50000"/>
                    <a:lumOff val="50000"/>
                  </a:schemeClr>
                </a:solidFill>
                <a:latin typeface="微软雅黑" panose="020B0503020204020204" charset="-122"/>
                <a:ea typeface="微软雅黑" panose="020B0503020204020204" charset="-122"/>
              </a:rPr>
              <a:t>中等尺寸按钮 中等尺寸按钮是按钮的默认尺寸，适用于大多数场景，如表格顶部新增、导出、高级查询等，表单下部的提交、取消等</a:t>
            </a:r>
            <a:endParaRPr lang="zh-CN" altLang="en-US" sz="1600" dirty="0">
              <a:solidFill>
                <a:schemeClr val="tx1">
                  <a:lumMod val="50000"/>
                  <a:lumOff val="50000"/>
                </a:schemeClr>
              </a:solidFill>
              <a:latin typeface="微软雅黑" panose="020B0503020204020204" charset="-122"/>
              <a:ea typeface="微软雅黑" panose="020B0503020204020204" charset="-122"/>
            </a:endParaRPr>
          </a:p>
          <a:p>
            <a:pPr marL="285750" indent="-285750">
              <a:lnSpc>
                <a:spcPct val="200000"/>
              </a:lnSpc>
              <a:buFont typeface="Arial" panose="020B0604020202020204" pitchFamily="34" charset="0"/>
              <a:buChar char="•"/>
            </a:pPr>
            <a:r>
              <a:rPr lang="zh-CN" altLang="en-US" sz="1600" dirty="0">
                <a:solidFill>
                  <a:schemeClr val="tx1">
                    <a:lumMod val="50000"/>
                    <a:lumOff val="50000"/>
                  </a:schemeClr>
                </a:solidFill>
                <a:latin typeface="微软雅黑" panose="020B0503020204020204" charset="-122"/>
                <a:ea typeface="微软雅黑" panose="020B0503020204020204" charset="-122"/>
              </a:rPr>
              <a:t>大尺寸按钮适合用于重要操作，如登录、重要提醒等</a:t>
            </a:r>
            <a:endParaRPr lang="zh-CN" altLang="en-US" sz="1600" dirty="0">
              <a:solidFill>
                <a:schemeClr val="tx1">
                  <a:lumMod val="50000"/>
                  <a:lumOff val="50000"/>
                </a:schemeClr>
              </a:solidFill>
              <a:latin typeface="微软雅黑" panose="020B0503020204020204" charset="-122"/>
              <a:ea typeface="微软雅黑" panose="020B050302020402020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descr="2-设计规范-基础按钮"/>
          <p:cNvPicPr>
            <a:picLocks noGrp="1" noRot="1" noMove="1" noResize="1" noEditPoints="1" noAdjustHandles="1" noChangeArrowheads="1" noChangeShapeType="1" noCrop="1"/>
          </p:cNvPicPr>
          <p:nvPr/>
        </p:nvPicPr>
        <p:blipFill>
          <a:blip r:embed="rId1"/>
          <a:srcRect l="7240" t="49242" r="28562" b="12453"/>
          <a:stretch>
            <a:fillRect/>
          </a:stretch>
        </p:blipFill>
        <p:spPr>
          <a:xfrm>
            <a:off x="119340" y="1081314"/>
            <a:ext cx="6647543" cy="5677527"/>
          </a:xfrm>
          <a:prstGeom prst="rect">
            <a:avLst/>
          </a:prstGeom>
        </p:spPr>
      </p:pic>
      <p:cxnSp>
        <p:nvCxnSpPr>
          <p:cNvPr id="10" name="连接符: 曲线 48"/>
          <p:cNvCxnSpPr>
            <a:cxnSpLocks noGrp="1" noRot="1" noMove="1" noResize="1" noEditPoints="1" noAdjustHandles="1" noChangeArrowheads="1" noChangeShapeType="1"/>
          </p:cNvCxnSpPr>
          <p:nvPr>
            <p:custDataLst>
              <p:tags r:id="rId2"/>
            </p:custDataLst>
          </p:nvPr>
        </p:nvCxnSpPr>
        <p:spPr>
          <a:xfrm flipV="1">
            <a:off x="6766883" y="1407886"/>
            <a:ext cx="374146" cy="273970"/>
          </a:xfrm>
          <a:prstGeom prst="curvedConnector3">
            <a:avLst>
              <a:gd name="adj1" fmla="val 50000"/>
            </a:avLst>
          </a:prstGeom>
          <a:ln w="19050" cap="flat" cmpd="sng" algn="ctr">
            <a:solidFill>
              <a:schemeClr val="accent2"/>
            </a:solidFill>
            <a:prstDash val="dash"/>
            <a:round/>
            <a:headEnd type="oval" w="lg" len="lg"/>
            <a:tailEnd type="triangle" w="lg" len="lg"/>
          </a:ln>
        </p:spPr>
        <p:style>
          <a:lnRef idx="0">
            <a:scrgbClr r="0" g="0" b="0"/>
          </a:lnRef>
          <a:fillRef idx="0">
            <a:scrgbClr r="0" g="0" b="0"/>
          </a:fillRef>
          <a:effectRef idx="0">
            <a:scrgbClr r="0" g="0" b="0"/>
          </a:effectRef>
          <a:fontRef idx="minor">
            <a:schemeClr val="tx1"/>
          </a:fontRef>
        </p:style>
      </p:cxnSp>
      <p:sp>
        <p:nvSpPr>
          <p:cNvPr id="2" name="文本框 1"/>
          <p:cNvSpPr txBox="1"/>
          <p:nvPr/>
        </p:nvSpPr>
        <p:spPr>
          <a:xfrm>
            <a:off x="1222374" y="502085"/>
            <a:ext cx="879891" cy="460375"/>
          </a:xfrm>
          <a:prstGeom prst="rect">
            <a:avLst/>
          </a:prstGeom>
          <a:noFill/>
        </p:spPr>
        <p:txBody>
          <a:bodyPr wrap="square">
            <a:spAutoFit/>
          </a:bodyPr>
          <a:lstStyle>
            <a:defPPr>
              <a:defRPr lang="zh-CN"/>
            </a:defPPr>
            <a:lvl1pPr>
              <a:defRPr sz="15000">
                <a:gradFill flip="none" rotWithShape="1">
                  <a:gsLst>
                    <a:gs pos="23000">
                      <a:srgbClr val="C0DBD2"/>
                    </a:gs>
                    <a:gs pos="86239">
                      <a:srgbClr val="A6CFC9"/>
                    </a:gs>
                    <a:gs pos="47000">
                      <a:srgbClr val="7AA99E"/>
                    </a:gs>
                  </a:gsLst>
                  <a:lin ang="2700000" scaled="1"/>
                  <a:tileRect/>
                </a:gradFill>
                <a:latin typeface="Aa武道家" pitchFamily="18" charset="-122"/>
                <a:ea typeface="Aa武道家" pitchFamily="18" charset="-122"/>
              </a:defRPr>
            </a:lvl1pPr>
          </a:lstStyle>
          <a:p>
            <a:pPr eaLnBrk="1" fontAlgn="auto" hangingPunct="1">
              <a:defRPr/>
            </a:pPr>
            <a:r>
              <a:rPr lang="en-US" altLang="zh-CN" sz="2400" b="1" kern="0" noProof="1">
                <a:solidFill>
                  <a:srgbClr val="004EA2"/>
                </a:solidFill>
                <a:latin typeface="Arial" panose="020B0604020202020204" pitchFamily="34" charset="0"/>
                <a:ea typeface="微软雅黑" panose="020B0503020204020204" charset="-122"/>
                <a:cs typeface="Arial" panose="020B0604020202020204" pitchFamily="34" charset="0"/>
                <a:sym typeface="Arial" panose="020B0604020202020204" pitchFamily="34" charset="0"/>
              </a:rPr>
              <a:t>2.9</a:t>
            </a:r>
            <a:r>
              <a:rPr lang="en-US" altLang="zh-CN" sz="2400" b="1" kern="0" noProof="1">
                <a:solidFill>
                  <a:srgbClr val="004EA2"/>
                </a:solidFill>
                <a:latin typeface="微软雅黑" panose="020B0503020204020204" charset="-122"/>
                <a:ea typeface="微软雅黑" panose="020B0503020204020204" charset="-122"/>
                <a:sym typeface="Arial" panose="020B0604020202020204" pitchFamily="34" charset="0"/>
              </a:rPr>
              <a:t> </a:t>
            </a:r>
            <a:endParaRPr lang="en-US" altLang="zh-CN" sz="2400" b="1" kern="0" noProof="1">
              <a:solidFill>
                <a:srgbClr val="004EA2"/>
              </a:solidFill>
              <a:latin typeface="微软雅黑" panose="020B0503020204020204" charset="-122"/>
              <a:ea typeface="微软雅黑" panose="020B0503020204020204" charset="-122"/>
              <a:sym typeface="Arial" panose="020B0604020202020204" pitchFamily="34" charset="0"/>
            </a:endParaRPr>
          </a:p>
        </p:txBody>
      </p:sp>
      <p:sp>
        <p:nvSpPr>
          <p:cNvPr id="6" name="矩形 8"/>
          <p:cNvSpPr/>
          <p:nvPr/>
        </p:nvSpPr>
        <p:spPr bwMode="auto">
          <a:xfrm>
            <a:off x="2160000" y="470242"/>
            <a:ext cx="5051425" cy="497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20000"/>
              </a:lnSpc>
            </a:pPr>
            <a:r>
              <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rPr>
              <a:t>按钮</a:t>
            </a:r>
            <a:r>
              <a:rPr lang="en-US" altLang="zh-CN"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rPr>
              <a:t>-2</a:t>
            </a:r>
            <a:endPar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endParaRPr>
          </a:p>
        </p:txBody>
      </p:sp>
      <p:sp>
        <p:nvSpPr>
          <p:cNvPr id="3" name="矩形 11"/>
          <p:cNvSpPr/>
          <p:nvPr/>
        </p:nvSpPr>
        <p:spPr bwMode="auto">
          <a:xfrm>
            <a:off x="2160442" y="99159"/>
            <a:ext cx="1282670" cy="430374"/>
          </a:xfrm>
          <a:prstGeom prst="rect">
            <a:avLst/>
          </a:prstGeom>
          <a:grp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pPr>
            <a:r>
              <a:rPr lang="zh-CN" altLang="en-US" sz="2000" b="1" kern="0" dirty="0">
                <a:solidFill>
                  <a:srgbClr val="FFFFFF">
                    <a:lumMod val="65000"/>
                  </a:srgbClr>
                </a:solidFill>
                <a:latin typeface="微软雅黑" panose="020B0503020204020204" charset="-122"/>
                <a:ea typeface="微软雅黑" panose="020B0503020204020204" charset="-122"/>
                <a:cs typeface="微软雅黑" panose="020B0503020204020204" charset="-122"/>
              </a:rPr>
              <a:t>组件要求</a:t>
            </a:r>
            <a:endParaRPr kumimoji="0" lang="zh-CN" altLang="en-US" sz="2000" b="1" i="0" u="none" strike="noStrike" kern="0" cap="none" spc="0" normalizeH="0" baseline="0" noProof="0" dirty="0">
              <a:ln>
                <a:noFill/>
              </a:ln>
              <a:solidFill>
                <a:srgbClr val="FFFFFF">
                  <a:lumMod val="65000"/>
                </a:srgbClr>
              </a:solidFill>
              <a:effectLst/>
              <a:uLnTx/>
              <a:uFillTx/>
              <a:latin typeface="微软雅黑" panose="020B0503020204020204" charset="-122"/>
              <a:ea typeface="微软雅黑" panose="020B0503020204020204" charset="-122"/>
              <a:cs typeface="微软雅黑" panose="020B0503020204020204" charset="-122"/>
            </a:endParaRPr>
          </a:p>
        </p:txBody>
      </p:sp>
      <p:cxnSp>
        <p:nvCxnSpPr>
          <p:cNvPr id="15" name="连接符: 曲线 48"/>
          <p:cNvCxnSpPr/>
          <p:nvPr>
            <p:custDataLst>
              <p:tags r:id="rId3"/>
            </p:custDataLst>
          </p:nvPr>
        </p:nvCxnSpPr>
        <p:spPr>
          <a:xfrm rot="5400000" flipH="1" flipV="1">
            <a:off x="6087628" y="4264284"/>
            <a:ext cx="1783456" cy="686202"/>
          </a:xfrm>
          <a:prstGeom prst="curvedConnector3">
            <a:avLst>
              <a:gd name="adj1" fmla="val 50000"/>
            </a:avLst>
          </a:prstGeom>
          <a:ln w="19050" cap="flat" cmpd="sng" algn="ctr">
            <a:solidFill>
              <a:schemeClr val="accent2"/>
            </a:solidFill>
            <a:prstDash val="dash"/>
            <a:round/>
            <a:headEnd type="oval" w="lg" len="lg"/>
            <a:tailEnd type="triangle" w="lg" len="lg"/>
          </a:ln>
        </p:spPr>
        <p:style>
          <a:lnRef idx="0">
            <a:scrgbClr r="0" g="0" b="0"/>
          </a:lnRef>
          <a:fillRef idx="0">
            <a:scrgbClr r="0" g="0" b="0"/>
          </a:fillRef>
          <a:effectRef idx="0">
            <a:scrgbClr r="0" g="0" b="0"/>
          </a:effectRef>
          <a:fontRef idx="minor">
            <a:schemeClr val="tx1"/>
          </a:fontRef>
        </p:style>
      </p:cxnSp>
      <p:sp>
        <p:nvSpPr>
          <p:cNvPr id="16" name="文本框 15"/>
          <p:cNvSpPr txBox="1"/>
          <p:nvPr>
            <p:custDataLst>
              <p:tags r:id="rId4"/>
            </p:custDataLst>
          </p:nvPr>
        </p:nvSpPr>
        <p:spPr>
          <a:xfrm>
            <a:off x="7401560" y="968175"/>
            <a:ext cx="4735714" cy="5219506"/>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600" dirty="0">
                <a:solidFill>
                  <a:schemeClr val="tx1">
                    <a:lumMod val="50000"/>
                    <a:lumOff val="50000"/>
                  </a:schemeClr>
                </a:solidFill>
                <a:latin typeface="微软雅黑" panose="020B0503020204020204" charset="-122"/>
                <a:ea typeface="微软雅黑" panose="020B0503020204020204" charset="-122"/>
              </a:rPr>
              <a:t>按钮组仅在默认填充按钮、情景填充按钮的分隔线样式上有所区别，其他类型样式保持一致，按钮组中的按钮类型和样式要保持统一，尽可能不要出现多种类型的按钮组合在一起，以免产生歧义。</a:t>
            </a:r>
            <a:endParaRPr lang="en-US" altLang="zh-CN" sz="1600" dirty="0">
              <a:solidFill>
                <a:schemeClr val="tx1">
                  <a:lumMod val="50000"/>
                  <a:lumOff val="50000"/>
                </a:schemeClr>
              </a:solidFill>
              <a:latin typeface="微软雅黑" panose="020B0503020204020204" charset="-122"/>
              <a:ea typeface="微软雅黑" panose="020B0503020204020204" charset="-122"/>
            </a:endParaRPr>
          </a:p>
          <a:p>
            <a:pPr>
              <a:lnSpc>
                <a:spcPct val="150000"/>
              </a:lnSpc>
            </a:pPr>
            <a:endParaRPr lang="en-US" altLang="zh-CN" sz="1600" dirty="0">
              <a:solidFill>
                <a:schemeClr val="tx1">
                  <a:lumMod val="50000"/>
                  <a:lumOff val="50000"/>
                </a:schemeClr>
              </a:solidFill>
              <a:latin typeface="微软雅黑" panose="020B0503020204020204" charset="-122"/>
              <a:ea typeface="微软雅黑" panose="020B0503020204020204" charset="-122"/>
            </a:endParaRPr>
          </a:p>
          <a:p>
            <a:pPr>
              <a:lnSpc>
                <a:spcPct val="150000"/>
              </a:lnSpc>
            </a:pPr>
            <a:endParaRPr lang="en-US" altLang="zh-CN" sz="1600" dirty="0">
              <a:solidFill>
                <a:schemeClr val="tx1">
                  <a:lumMod val="50000"/>
                  <a:lumOff val="50000"/>
                </a:schemeClr>
              </a:solidFill>
              <a:latin typeface="微软雅黑" panose="020B0503020204020204" charset="-122"/>
              <a:ea typeface="微软雅黑" panose="020B0503020204020204" charset="-122"/>
            </a:endParaRPr>
          </a:p>
          <a:p>
            <a:pPr marL="285750" indent="-285750">
              <a:lnSpc>
                <a:spcPct val="150000"/>
              </a:lnSpc>
              <a:buFont typeface="Arial" panose="020B0604020202020204" pitchFamily="34" charset="0"/>
              <a:buChar char="•"/>
            </a:pPr>
            <a:r>
              <a:rPr lang="zh-CN" altLang="en-US" sz="1600" dirty="0">
                <a:solidFill>
                  <a:schemeClr val="tx1">
                    <a:lumMod val="50000"/>
                    <a:lumOff val="50000"/>
                  </a:schemeClr>
                </a:solidFill>
                <a:latin typeface="微软雅黑" panose="020B0503020204020204" charset="-122"/>
                <a:ea typeface="微软雅黑" panose="020B0503020204020204" charset="-122"/>
              </a:rPr>
              <a:t>多个按钮可以组合成“按钮组”，将有关联性的操作聚合在一起一个页面中可以有多个“按钮组”，其主次顺序应跟随浏览阅读方向，从主要到次要依次排列。溢出折叠的操作始终置于最右。</a:t>
            </a:r>
            <a:endParaRPr lang="en-US" altLang="zh-CN" sz="1600" dirty="0">
              <a:solidFill>
                <a:schemeClr val="tx1">
                  <a:lumMod val="50000"/>
                  <a:lumOff val="50000"/>
                </a:schemeClr>
              </a:solidFill>
              <a:latin typeface="微软雅黑" panose="020B0503020204020204" charset="-122"/>
              <a:ea typeface="微软雅黑" panose="020B0503020204020204" charset="-122"/>
            </a:endParaRPr>
          </a:p>
          <a:p>
            <a:pPr marL="285750" indent="-285750">
              <a:lnSpc>
                <a:spcPct val="150000"/>
              </a:lnSpc>
              <a:buFont typeface="Arial" panose="020B0604020202020204" pitchFamily="34" charset="0"/>
              <a:buChar char="•"/>
            </a:pPr>
            <a:r>
              <a:rPr lang="zh-CN" altLang="en-US" sz="1600" dirty="0">
                <a:solidFill>
                  <a:schemeClr val="tx1">
                    <a:lumMod val="50000"/>
                    <a:lumOff val="50000"/>
                  </a:schemeClr>
                </a:solidFill>
                <a:latin typeface="微软雅黑" panose="020B0503020204020204" charset="-122"/>
                <a:ea typeface="微软雅黑" panose="020B0503020204020204" charset="-122"/>
              </a:rPr>
              <a:t>按钮组</a:t>
            </a:r>
            <a:r>
              <a:rPr lang="en-US" altLang="zh-CN" sz="1600" dirty="0">
                <a:solidFill>
                  <a:schemeClr val="tx1">
                    <a:lumMod val="50000"/>
                    <a:lumOff val="50000"/>
                  </a:schemeClr>
                </a:solidFill>
                <a:latin typeface="微软雅黑" panose="020B0503020204020204" charset="-122"/>
                <a:ea typeface="微软雅黑" panose="020B0503020204020204" charset="-122"/>
              </a:rPr>
              <a:t>-</a:t>
            </a:r>
            <a:r>
              <a:rPr lang="zh-CN" altLang="en-US" sz="1600" dirty="0">
                <a:solidFill>
                  <a:schemeClr val="tx1">
                    <a:lumMod val="50000"/>
                    <a:lumOff val="50000"/>
                  </a:schemeClr>
                </a:solidFill>
                <a:latin typeface="微软雅黑" panose="020B0503020204020204" charset="-122"/>
                <a:ea typeface="微软雅黑" panose="020B0503020204020204" charset="-122"/>
              </a:rPr>
              <a:t>页面内容区左对齐</a:t>
            </a:r>
            <a:r>
              <a:rPr lang="en-US" altLang="zh-CN" sz="1600" dirty="0">
                <a:solidFill>
                  <a:schemeClr val="tx1">
                    <a:lumMod val="50000"/>
                    <a:lumOff val="50000"/>
                  </a:schemeClr>
                </a:solidFill>
                <a:latin typeface="微软雅黑" panose="020B0503020204020204" charset="-122"/>
                <a:ea typeface="微软雅黑" panose="020B0503020204020204" charset="-122"/>
              </a:rPr>
              <a:t>/</a:t>
            </a:r>
            <a:r>
              <a:rPr lang="zh-CN" altLang="en-US" sz="1600" dirty="0">
                <a:solidFill>
                  <a:schemeClr val="tx1">
                    <a:lumMod val="50000"/>
                    <a:lumOff val="50000"/>
                  </a:schemeClr>
                </a:solidFill>
                <a:latin typeface="微软雅黑" panose="020B0503020204020204" charset="-122"/>
                <a:ea typeface="微软雅黑" panose="020B0503020204020204" charset="-122"/>
              </a:rPr>
              <a:t>右对齐，或者居中，具体根据业务方案进行业务场景设计排列</a:t>
            </a:r>
            <a:endParaRPr lang="zh-CN" altLang="en-US" sz="1600" dirty="0">
              <a:solidFill>
                <a:schemeClr val="tx1">
                  <a:lumMod val="50000"/>
                  <a:lumOff val="50000"/>
                </a:schemeClr>
              </a:solidFill>
              <a:latin typeface="微软雅黑" panose="020B0503020204020204" charset="-122"/>
              <a:ea typeface="微软雅黑" panose="020B050302020402020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Grp="1" noRot="1" noChangeAspect="1" noMove="1" noResize="1" noEditPoints="1" noAdjustHandles="1" noChangeArrowheads="1" noChangeShapeType="1" noCrop="1"/>
          </p:cNvPicPr>
          <p:nvPr/>
        </p:nvPicPr>
        <p:blipFill>
          <a:blip r:embed="rId1"/>
          <a:stretch>
            <a:fillRect/>
          </a:stretch>
        </p:blipFill>
        <p:spPr>
          <a:xfrm>
            <a:off x="90514" y="1056836"/>
            <a:ext cx="8904914" cy="5786367"/>
          </a:xfrm>
          <a:prstGeom prst="rect">
            <a:avLst/>
          </a:prstGeom>
        </p:spPr>
      </p:pic>
      <p:grpSp>
        <p:nvGrpSpPr>
          <p:cNvPr id="4" name="组合 1"/>
          <p:cNvGrpSpPr/>
          <p:nvPr/>
        </p:nvGrpSpPr>
        <p:grpSpPr bwMode="auto">
          <a:xfrm>
            <a:off x="10701338" y="0"/>
            <a:ext cx="766762" cy="766763"/>
            <a:chOff x="11522" y="1262"/>
            <a:chExt cx="1864" cy="1864"/>
          </a:xfrm>
        </p:grpSpPr>
        <p:sp>
          <p:nvSpPr>
            <p:cNvPr id="5" name="矩形 4"/>
            <p:cNvSpPr/>
            <p:nvPr userDrawn="1">
              <p:custDataLst>
                <p:tags r:id="rId2"/>
              </p:custDataLst>
            </p:nvPr>
          </p:nvSpPr>
          <p:spPr>
            <a:xfrm>
              <a:off x="11522" y="1262"/>
              <a:ext cx="1864" cy="1864"/>
            </a:xfrm>
            <a:prstGeom prst="rect">
              <a:avLst/>
            </a:prstGeom>
            <a:solidFill>
              <a:srgbClr val="004EA2"/>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anchor="ctr"/>
            <a:lstStyle/>
            <a:p>
              <a:pPr algn="ctr" fontAlgn="auto"/>
              <a:endParaRPr lang="zh-CN" altLang="en-US" noProof="1"/>
            </a:p>
          </p:txBody>
        </p:sp>
        <p:pic>
          <p:nvPicPr>
            <p:cNvPr id="7" name="图片 7"/>
            <p:cNvPicPr>
              <a:picLocks noGrp="1" noChangeAspect="1" noChangeArrowheads="1"/>
            </p:cNvPicPr>
            <p:nvPr>
              <p:custDataLst>
                <p:tags r:id="rId3"/>
              </p:custDataLst>
            </p:nvPr>
          </p:nvPicPr>
          <p:blipFill>
            <a:blip r:embed="rId4">
              <a:extLst>
                <a:ext uri="{28A0092B-C50C-407E-A947-70E740481C1C}">
                  <a14:useLocalDpi xmlns:a14="http://schemas.microsoft.com/office/drawing/2010/main" val="0"/>
                </a:ext>
              </a:extLst>
            </a:blip>
            <a:srcRect/>
            <a:stretch>
              <a:fillRect/>
            </a:stretch>
          </p:blipFill>
          <p:spPr bwMode="auto">
            <a:xfrm>
              <a:off x="11750" y="1490"/>
              <a:ext cx="1408" cy="1408"/>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文本框 1"/>
          <p:cNvSpPr txBox="1"/>
          <p:nvPr/>
        </p:nvSpPr>
        <p:spPr>
          <a:xfrm>
            <a:off x="1222374" y="502085"/>
            <a:ext cx="879891" cy="460375"/>
          </a:xfrm>
          <a:prstGeom prst="rect">
            <a:avLst/>
          </a:prstGeom>
          <a:noFill/>
        </p:spPr>
        <p:txBody>
          <a:bodyPr wrap="square">
            <a:spAutoFit/>
          </a:bodyPr>
          <a:lstStyle>
            <a:defPPr>
              <a:defRPr lang="zh-CN"/>
            </a:defPPr>
            <a:lvl1pPr>
              <a:defRPr sz="15000">
                <a:gradFill flip="none" rotWithShape="1">
                  <a:gsLst>
                    <a:gs pos="23000">
                      <a:srgbClr val="C0DBD2"/>
                    </a:gs>
                    <a:gs pos="86239">
                      <a:srgbClr val="A6CFC9"/>
                    </a:gs>
                    <a:gs pos="47000">
                      <a:srgbClr val="7AA99E"/>
                    </a:gs>
                  </a:gsLst>
                  <a:lin ang="2700000" scaled="1"/>
                  <a:tileRect/>
                </a:gradFill>
                <a:latin typeface="Aa武道家" pitchFamily="18" charset="-122"/>
                <a:ea typeface="Aa武道家" pitchFamily="18" charset="-122"/>
              </a:defRPr>
            </a:lvl1pPr>
          </a:lstStyle>
          <a:p>
            <a:pPr eaLnBrk="1" fontAlgn="auto" hangingPunct="1">
              <a:defRPr/>
            </a:pPr>
            <a:r>
              <a:rPr lang="en-US" altLang="zh-CN" sz="2400" b="1" kern="0" noProof="1">
                <a:solidFill>
                  <a:srgbClr val="004EA2"/>
                </a:solidFill>
                <a:latin typeface="Arial" panose="020B0604020202020204" pitchFamily="34" charset="0"/>
                <a:ea typeface="微软雅黑" panose="020B0503020204020204" charset="-122"/>
                <a:cs typeface="Arial" panose="020B0604020202020204" pitchFamily="34" charset="0"/>
                <a:sym typeface="Arial" panose="020B0604020202020204" pitchFamily="34" charset="0"/>
              </a:rPr>
              <a:t>2.10</a:t>
            </a:r>
            <a:r>
              <a:rPr lang="en-US" altLang="zh-CN" sz="2400" b="1" kern="0" noProof="1">
                <a:solidFill>
                  <a:srgbClr val="004EA2"/>
                </a:solidFill>
                <a:latin typeface="微软雅黑" panose="020B0503020204020204" charset="-122"/>
                <a:ea typeface="微软雅黑" panose="020B0503020204020204" charset="-122"/>
                <a:sym typeface="Arial" panose="020B0604020202020204" pitchFamily="34" charset="0"/>
              </a:rPr>
              <a:t> </a:t>
            </a:r>
            <a:endParaRPr lang="en-US" altLang="zh-CN" sz="2400" b="1" kern="0" noProof="1">
              <a:solidFill>
                <a:srgbClr val="004EA2"/>
              </a:solidFill>
              <a:latin typeface="微软雅黑" panose="020B0503020204020204" charset="-122"/>
              <a:ea typeface="微软雅黑" panose="020B0503020204020204" charset="-122"/>
              <a:sym typeface="Arial" panose="020B0604020202020204" pitchFamily="34" charset="0"/>
            </a:endParaRPr>
          </a:p>
        </p:txBody>
      </p:sp>
      <p:sp>
        <p:nvSpPr>
          <p:cNvPr id="6" name="矩形 8"/>
          <p:cNvSpPr/>
          <p:nvPr/>
        </p:nvSpPr>
        <p:spPr bwMode="auto">
          <a:xfrm>
            <a:off x="2160000" y="470242"/>
            <a:ext cx="5051425" cy="497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20000"/>
              </a:lnSpc>
            </a:pPr>
            <a:r>
              <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rPr>
              <a:t>输入框</a:t>
            </a:r>
            <a:endPar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endParaRPr>
          </a:p>
        </p:txBody>
      </p:sp>
      <p:sp>
        <p:nvSpPr>
          <p:cNvPr id="3" name="矩形 11"/>
          <p:cNvSpPr/>
          <p:nvPr/>
        </p:nvSpPr>
        <p:spPr bwMode="auto">
          <a:xfrm>
            <a:off x="2160442" y="99159"/>
            <a:ext cx="1282670" cy="430374"/>
          </a:xfrm>
          <a:prstGeom prst="rect">
            <a:avLst/>
          </a:prstGeom>
          <a:grp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pPr>
            <a:r>
              <a:rPr lang="zh-CN" altLang="en-US" sz="2000" b="1" kern="0" dirty="0">
                <a:solidFill>
                  <a:srgbClr val="FFFFFF">
                    <a:lumMod val="65000"/>
                  </a:srgbClr>
                </a:solidFill>
                <a:latin typeface="微软雅黑" panose="020B0503020204020204" charset="-122"/>
                <a:ea typeface="微软雅黑" panose="020B0503020204020204" charset="-122"/>
                <a:cs typeface="微软雅黑" panose="020B0503020204020204" charset="-122"/>
              </a:rPr>
              <a:t>组件要求</a:t>
            </a:r>
            <a:endParaRPr kumimoji="0" lang="zh-CN" altLang="en-US" sz="2000" b="1" i="0" u="none" strike="noStrike" kern="0" cap="none" spc="0" normalizeH="0" baseline="0" noProof="0" dirty="0">
              <a:ln>
                <a:noFill/>
              </a:ln>
              <a:solidFill>
                <a:srgbClr val="FFFFFF">
                  <a:lumMod val="65000"/>
                </a:srgbClr>
              </a:solidFill>
              <a:effectLst/>
              <a:uLnTx/>
              <a:uFillTx/>
              <a:latin typeface="微软雅黑" panose="020B0503020204020204" charset="-122"/>
              <a:ea typeface="微软雅黑" panose="020B0503020204020204" charset="-122"/>
              <a:cs typeface="微软雅黑" panose="020B0503020204020204" charset="-122"/>
            </a:endParaRPr>
          </a:p>
        </p:txBody>
      </p:sp>
      <p:cxnSp>
        <p:nvCxnSpPr>
          <p:cNvPr id="9" name="连接符: 曲线 48"/>
          <p:cNvCxnSpPr/>
          <p:nvPr>
            <p:custDataLst>
              <p:tags r:id="rId5"/>
            </p:custDataLst>
          </p:nvPr>
        </p:nvCxnSpPr>
        <p:spPr>
          <a:xfrm flipV="1">
            <a:off x="6632639" y="914179"/>
            <a:ext cx="787789" cy="510147"/>
          </a:xfrm>
          <a:prstGeom prst="curvedConnector3">
            <a:avLst>
              <a:gd name="adj1" fmla="val 50000"/>
            </a:avLst>
          </a:prstGeom>
          <a:ln w="19050" cap="flat" cmpd="sng" algn="ctr">
            <a:solidFill>
              <a:schemeClr val="accent2"/>
            </a:solidFill>
            <a:prstDash val="dash"/>
            <a:round/>
            <a:headEnd type="oval" w="lg" len="lg"/>
            <a:tailEnd type="triangle" w="lg" len="lg"/>
          </a:ln>
        </p:spPr>
        <p:style>
          <a:lnRef idx="0">
            <a:scrgbClr r="0" g="0" b="0"/>
          </a:lnRef>
          <a:fillRef idx="0">
            <a:scrgbClr r="0" g="0" b="0"/>
          </a:fillRef>
          <a:effectRef idx="0">
            <a:scrgbClr r="0" g="0" b="0"/>
          </a:effectRef>
          <a:fontRef idx="minor">
            <a:schemeClr val="tx1"/>
          </a:fontRef>
        </p:style>
      </p:cxnSp>
      <p:cxnSp>
        <p:nvCxnSpPr>
          <p:cNvPr id="15" name="连接符: 曲线 48"/>
          <p:cNvCxnSpPr/>
          <p:nvPr>
            <p:custDataLst>
              <p:tags r:id="rId6"/>
            </p:custDataLst>
          </p:nvPr>
        </p:nvCxnSpPr>
        <p:spPr>
          <a:xfrm rot="5400000" flipH="1" flipV="1">
            <a:off x="6018445" y="4373785"/>
            <a:ext cx="1686368" cy="1168399"/>
          </a:xfrm>
          <a:prstGeom prst="curvedConnector3">
            <a:avLst>
              <a:gd name="adj1" fmla="val 50000"/>
            </a:avLst>
          </a:prstGeom>
          <a:ln w="19050" cap="flat" cmpd="sng" algn="ctr">
            <a:solidFill>
              <a:schemeClr val="accent2"/>
            </a:solidFill>
            <a:prstDash val="dash"/>
            <a:round/>
            <a:headEnd type="oval" w="lg" len="lg"/>
            <a:tailEnd type="triangle" w="lg" len="lg"/>
          </a:ln>
        </p:spPr>
        <p:style>
          <a:lnRef idx="0">
            <a:scrgbClr r="0" g="0" b="0"/>
          </a:lnRef>
          <a:fillRef idx="0">
            <a:scrgbClr r="0" g="0" b="0"/>
          </a:fillRef>
          <a:effectRef idx="0">
            <a:scrgbClr r="0" g="0" b="0"/>
          </a:effectRef>
          <a:fontRef idx="minor">
            <a:schemeClr val="tx1"/>
          </a:fontRef>
        </p:style>
      </p:cxnSp>
      <p:sp>
        <p:nvSpPr>
          <p:cNvPr id="17" name="文本框 16"/>
          <p:cNvSpPr txBox="1"/>
          <p:nvPr/>
        </p:nvSpPr>
        <p:spPr>
          <a:xfrm>
            <a:off x="7307943" y="672975"/>
            <a:ext cx="4252686" cy="472706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600" dirty="0">
                <a:solidFill>
                  <a:schemeClr val="tx1">
                    <a:lumMod val="50000"/>
                    <a:lumOff val="50000"/>
                  </a:schemeClr>
                </a:solidFill>
                <a:latin typeface="微软雅黑" panose="020B0503020204020204" charset="-122"/>
                <a:ea typeface="微软雅黑" panose="020B0503020204020204" charset="-122"/>
              </a:rPr>
              <a:t>主要应用常规页面中表单项较多的情况，高度尺寸为</a:t>
            </a:r>
            <a:r>
              <a:rPr lang="en-US" altLang="zh-CN" sz="1600" dirty="0">
                <a:solidFill>
                  <a:schemeClr val="tx1">
                    <a:lumMod val="50000"/>
                    <a:lumOff val="50000"/>
                  </a:schemeClr>
                </a:solidFill>
                <a:latin typeface="微软雅黑" panose="020B0503020204020204" charset="-122"/>
                <a:ea typeface="微软雅黑" panose="020B0503020204020204" charset="-122"/>
              </a:rPr>
              <a:t>40</a:t>
            </a:r>
            <a:r>
              <a:rPr lang="zh-CN" altLang="en-US" sz="1600" dirty="0">
                <a:solidFill>
                  <a:schemeClr val="tx1">
                    <a:lumMod val="50000"/>
                    <a:lumOff val="50000"/>
                  </a:schemeClr>
                </a:solidFill>
                <a:latin typeface="微软雅黑" panose="020B0503020204020204" charset="-122"/>
                <a:ea typeface="微软雅黑" panose="020B0503020204020204" charset="-122"/>
              </a:rPr>
              <a:t>、</a:t>
            </a:r>
            <a:r>
              <a:rPr lang="en-US" altLang="zh-CN" sz="1600" dirty="0">
                <a:solidFill>
                  <a:schemeClr val="tx1">
                    <a:lumMod val="50000"/>
                    <a:lumOff val="50000"/>
                  </a:schemeClr>
                </a:solidFill>
                <a:latin typeface="微软雅黑" panose="020B0503020204020204" charset="-122"/>
                <a:ea typeface="微软雅黑" panose="020B0503020204020204" charset="-122"/>
              </a:rPr>
              <a:t>32</a:t>
            </a:r>
            <a:r>
              <a:rPr lang="zh-CN" altLang="en-US" sz="1600" dirty="0">
                <a:solidFill>
                  <a:schemeClr val="tx1">
                    <a:lumMod val="50000"/>
                    <a:lumOff val="50000"/>
                  </a:schemeClr>
                </a:solidFill>
                <a:latin typeface="微软雅黑" panose="020B0503020204020204" charset="-122"/>
                <a:ea typeface="微软雅黑" panose="020B0503020204020204" charset="-122"/>
              </a:rPr>
              <a:t>、</a:t>
            </a:r>
            <a:r>
              <a:rPr lang="en-US" altLang="zh-CN" sz="1600" dirty="0">
                <a:solidFill>
                  <a:schemeClr val="tx1">
                    <a:lumMod val="50000"/>
                    <a:lumOff val="50000"/>
                  </a:schemeClr>
                </a:solidFill>
                <a:latin typeface="微软雅黑" panose="020B0503020204020204" charset="-122"/>
                <a:ea typeface="微软雅黑" panose="020B0503020204020204" charset="-122"/>
              </a:rPr>
              <a:t>28px</a:t>
            </a:r>
            <a:r>
              <a:rPr lang="zh-CN" altLang="en-US" sz="1600" dirty="0">
                <a:solidFill>
                  <a:schemeClr val="tx1">
                    <a:lumMod val="50000"/>
                    <a:lumOff val="50000"/>
                  </a:schemeClr>
                </a:solidFill>
                <a:latin typeface="微软雅黑" panose="020B0503020204020204" charset="-122"/>
                <a:ea typeface="微软雅黑" panose="020B0503020204020204" charset="-122"/>
              </a:rPr>
              <a:t>三类，默认使用</a:t>
            </a:r>
            <a:r>
              <a:rPr lang="en-US" altLang="zh-CN" sz="1600" dirty="0">
                <a:solidFill>
                  <a:schemeClr val="tx1">
                    <a:lumMod val="50000"/>
                    <a:lumOff val="50000"/>
                  </a:schemeClr>
                </a:solidFill>
                <a:latin typeface="微软雅黑" panose="020B0503020204020204" charset="-122"/>
                <a:ea typeface="微软雅黑" panose="020B0503020204020204" charset="-122"/>
              </a:rPr>
              <a:t>32px</a:t>
            </a:r>
            <a:r>
              <a:rPr lang="zh-CN" altLang="en-US" sz="1600" dirty="0">
                <a:solidFill>
                  <a:schemeClr val="tx1">
                    <a:lumMod val="50000"/>
                    <a:lumOff val="50000"/>
                  </a:schemeClr>
                </a:solidFill>
                <a:latin typeface="微软雅黑" panose="020B0503020204020204" charset="-122"/>
                <a:ea typeface="微软雅黑" panose="020B0503020204020204" charset="-122"/>
              </a:rPr>
              <a:t>，宽度不做限制，按实际应用场景进行调整圆角大小为</a:t>
            </a:r>
            <a:r>
              <a:rPr lang="en-US" altLang="zh-CN" sz="1600" dirty="0">
                <a:solidFill>
                  <a:schemeClr val="tx1">
                    <a:lumMod val="50000"/>
                    <a:lumOff val="50000"/>
                  </a:schemeClr>
                </a:solidFill>
                <a:latin typeface="微软雅黑" panose="020B0503020204020204" charset="-122"/>
                <a:ea typeface="微软雅黑" panose="020B0503020204020204" charset="-122"/>
              </a:rPr>
              <a:t>4px</a:t>
            </a:r>
            <a:endParaRPr lang="en-US" altLang="zh-CN" sz="1600" dirty="0">
              <a:solidFill>
                <a:schemeClr val="tx1">
                  <a:lumMod val="50000"/>
                  <a:lumOff val="50000"/>
                </a:schemeClr>
              </a:solidFill>
              <a:latin typeface="微软雅黑" panose="020B0503020204020204" charset="-122"/>
              <a:ea typeface="微软雅黑" panose="020B0503020204020204" charset="-122"/>
            </a:endParaRPr>
          </a:p>
          <a:p>
            <a:pPr marL="285750" indent="-285750">
              <a:buFont typeface="Wingdings" panose="05000000000000000000" pitchFamily="2" charset="2"/>
              <a:buChar char="l"/>
            </a:pPr>
            <a:endParaRPr lang="en-US" altLang="zh-CN" sz="1600" dirty="0">
              <a:solidFill>
                <a:schemeClr val="tx1">
                  <a:lumMod val="50000"/>
                  <a:lumOff val="50000"/>
                </a:schemeClr>
              </a:solidFill>
              <a:latin typeface="微软雅黑" panose="020B0503020204020204" charset="-122"/>
              <a:ea typeface="微软雅黑" panose="020B0503020204020204" charset="-122"/>
            </a:endParaRPr>
          </a:p>
          <a:p>
            <a:pPr marL="285750" indent="-285750">
              <a:buFont typeface="Wingdings" panose="05000000000000000000" pitchFamily="2" charset="2"/>
              <a:buChar char="l"/>
            </a:pPr>
            <a:endParaRPr lang="en-US" altLang="zh-CN" sz="1600" dirty="0">
              <a:solidFill>
                <a:schemeClr val="tx1">
                  <a:lumMod val="50000"/>
                  <a:lumOff val="50000"/>
                </a:schemeClr>
              </a:solidFill>
              <a:latin typeface="微软雅黑" panose="020B0503020204020204" charset="-122"/>
              <a:ea typeface="微软雅黑" panose="020B0503020204020204" charset="-122"/>
            </a:endParaRPr>
          </a:p>
          <a:p>
            <a:endParaRPr lang="en-US" altLang="zh-CN" sz="1600" dirty="0">
              <a:solidFill>
                <a:schemeClr val="tx1">
                  <a:lumMod val="50000"/>
                  <a:lumOff val="50000"/>
                </a:schemeClr>
              </a:solidFill>
              <a:latin typeface="微软雅黑" panose="020B0503020204020204" charset="-122"/>
              <a:ea typeface="微软雅黑" panose="020B0503020204020204" charset="-122"/>
            </a:endParaRPr>
          </a:p>
          <a:p>
            <a:endParaRPr lang="en-US" altLang="zh-CN" sz="1600" dirty="0">
              <a:solidFill>
                <a:schemeClr val="tx1">
                  <a:lumMod val="50000"/>
                  <a:lumOff val="50000"/>
                </a:schemeClr>
              </a:solidFill>
              <a:latin typeface="微软雅黑" panose="020B0503020204020204" charset="-122"/>
              <a:ea typeface="微软雅黑" panose="020B0503020204020204" charset="-122"/>
            </a:endParaRPr>
          </a:p>
          <a:p>
            <a:pPr>
              <a:lnSpc>
                <a:spcPct val="150000"/>
              </a:lnSpc>
            </a:pPr>
            <a:endParaRPr lang="en-US" altLang="zh-CN" sz="1600" dirty="0">
              <a:solidFill>
                <a:schemeClr val="tx1">
                  <a:lumMod val="50000"/>
                  <a:lumOff val="50000"/>
                </a:schemeClr>
              </a:solidFill>
              <a:latin typeface="微软雅黑" panose="020B0503020204020204" charset="-122"/>
              <a:ea typeface="微软雅黑" panose="020B0503020204020204" charset="-122"/>
            </a:endParaRPr>
          </a:p>
          <a:p>
            <a:pPr>
              <a:lnSpc>
                <a:spcPct val="150000"/>
              </a:lnSpc>
            </a:pPr>
            <a:endParaRPr lang="en-US" altLang="zh-CN" sz="1600" dirty="0">
              <a:solidFill>
                <a:schemeClr val="tx1">
                  <a:lumMod val="50000"/>
                  <a:lumOff val="50000"/>
                </a:schemeClr>
              </a:solidFill>
              <a:latin typeface="微软雅黑" panose="020B0503020204020204" charset="-122"/>
              <a:ea typeface="微软雅黑" panose="020B0503020204020204" charset="-122"/>
            </a:endParaRPr>
          </a:p>
          <a:p>
            <a:pPr marL="285750" indent="-285750">
              <a:lnSpc>
                <a:spcPct val="150000"/>
              </a:lnSpc>
              <a:buFont typeface="Arial" panose="020B0604020202020204" pitchFamily="34" charset="0"/>
              <a:buChar char="•"/>
            </a:pPr>
            <a:r>
              <a:rPr lang="zh-CN" altLang="en-US" sz="1600" dirty="0">
                <a:solidFill>
                  <a:schemeClr val="tx1">
                    <a:lumMod val="50000"/>
                    <a:lumOff val="50000"/>
                  </a:schemeClr>
                </a:solidFill>
                <a:latin typeface="微软雅黑" panose="020B0503020204020204" charset="-122"/>
                <a:ea typeface="微软雅黑" panose="020B0503020204020204" charset="-122"/>
              </a:rPr>
              <a:t>搜索按钮可前置也可后置，输入搜索框关键字后，按“回车键”可直接搜索，或组合按钮使用：当输入文字后出现清空</a:t>
            </a:r>
            <a:r>
              <a:rPr lang="en-US" altLang="zh-CN" sz="1600" dirty="0">
                <a:solidFill>
                  <a:schemeClr val="tx1">
                    <a:lumMod val="50000"/>
                    <a:lumOff val="50000"/>
                  </a:schemeClr>
                </a:solidFill>
                <a:latin typeface="微软雅黑" panose="020B0503020204020204" charset="-122"/>
                <a:ea typeface="微软雅黑" panose="020B0503020204020204" charset="-122"/>
              </a:rPr>
              <a:t>icon</a:t>
            </a:r>
            <a:r>
              <a:rPr lang="zh-CN" altLang="en-US" sz="1600" dirty="0">
                <a:solidFill>
                  <a:schemeClr val="tx1">
                    <a:lumMod val="50000"/>
                    <a:lumOff val="50000"/>
                  </a:schemeClr>
                </a:solidFill>
                <a:latin typeface="微软雅黑" panose="020B0503020204020204" charset="-122"/>
                <a:ea typeface="微软雅黑" panose="020B0503020204020204" charset="-122"/>
              </a:rPr>
              <a:t>，点击后则清空输入的内容</a:t>
            </a:r>
            <a:endParaRPr lang="zh-CN" altLang="en-US" sz="1600" dirty="0">
              <a:solidFill>
                <a:schemeClr val="tx1">
                  <a:lumMod val="50000"/>
                  <a:lumOff val="50000"/>
                </a:schemeClr>
              </a:solidFill>
              <a:latin typeface="微软雅黑" panose="020B0503020204020204" charset="-122"/>
              <a:ea typeface="微软雅黑" panose="020B050302020402020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1"/>
          <p:cNvGrpSpPr/>
          <p:nvPr/>
        </p:nvGrpSpPr>
        <p:grpSpPr bwMode="auto">
          <a:xfrm>
            <a:off x="10701338" y="0"/>
            <a:ext cx="766762" cy="766763"/>
            <a:chOff x="11522" y="1262"/>
            <a:chExt cx="1864" cy="1864"/>
          </a:xfrm>
        </p:grpSpPr>
        <p:sp>
          <p:nvSpPr>
            <p:cNvPr id="5" name="矩形 4"/>
            <p:cNvSpPr/>
            <p:nvPr userDrawn="1">
              <p:custDataLst>
                <p:tags r:id="rId1"/>
              </p:custDataLst>
            </p:nvPr>
          </p:nvSpPr>
          <p:spPr>
            <a:xfrm>
              <a:off x="11522" y="1262"/>
              <a:ext cx="1864" cy="1864"/>
            </a:xfrm>
            <a:prstGeom prst="rect">
              <a:avLst/>
            </a:prstGeom>
            <a:solidFill>
              <a:srgbClr val="004EA2"/>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anchor="ctr"/>
            <a:lstStyle/>
            <a:p>
              <a:pPr algn="ctr" fontAlgn="auto"/>
              <a:endParaRPr lang="zh-CN" altLang="en-US" noProof="1"/>
            </a:p>
          </p:txBody>
        </p:sp>
        <p:pic>
          <p:nvPicPr>
            <p:cNvPr id="7" name="图片 7"/>
            <p:cNvPicPr>
              <a:picLocks noGrp="1" noChangeAspect="1" noChangeArrowheads="1"/>
            </p:cNvPicPr>
            <p:nvPr>
              <p:custDataLst>
                <p:tags r:id="rId2"/>
              </p:custDataLst>
            </p:nvPr>
          </p:nvPicPr>
          <p:blipFill>
            <a:blip r:embed="rId3">
              <a:extLst>
                <a:ext uri="{28A0092B-C50C-407E-A947-70E740481C1C}">
                  <a14:useLocalDpi xmlns:a14="http://schemas.microsoft.com/office/drawing/2010/main" val="0"/>
                </a:ext>
              </a:extLst>
            </a:blip>
            <a:srcRect/>
            <a:stretch>
              <a:fillRect/>
            </a:stretch>
          </p:blipFill>
          <p:spPr bwMode="auto">
            <a:xfrm>
              <a:off x="11750" y="1490"/>
              <a:ext cx="1408" cy="1408"/>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文本框 1"/>
          <p:cNvSpPr txBox="1"/>
          <p:nvPr/>
        </p:nvSpPr>
        <p:spPr>
          <a:xfrm>
            <a:off x="1222374" y="502085"/>
            <a:ext cx="879891" cy="460375"/>
          </a:xfrm>
          <a:prstGeom prst="rect">
            <a:avLst/>
          </a:prstGeom>
          <a:noFill/>
        </p:spPr>
        <p:txBody>
          <a:bodyPr wrap="square">
            <a:spAutoFit/>
          </a:bodyPr>
          <a:lstStyle>
            <a:defPPr>
              <a:defRPr lang="zh-CN"/>
            </a:defPPr>
            <a:lvl1pPr>
              <a:defRPr sz="15000">
                <a:gradFill flip="none" rotWithShape="1">
                  <a:gsLst>
                    <a:gs pos="23000">
                      <a:srgbClr val="C0DBD2"/>
                    </a:gs>
                    <a:gs pos="86239">
                      <a:srgbClr val="A6CFC9"/>
                    </a:gs>
                    <a:gs pos="47000">
                      <a:srgbClr val="7AA99E"/>
                    </a:gs>
                  </a:gsLst>
                  <a:lin ang="2700000" scaled="1"/>
                  <a:tileRect/>
                </a:gradFill>
                <a:latin typeface="Aa武道家" pitchFamily="18" charset="-122"/>
                <a:ea typeface="Aa武道家" pitchFamily="18" charset="-122"/>
              </a:defRPr>
            </a:lvl1pPr>
          </a:lstStyle>
          <a:p>
            <a:pPr eaLnBrk="1" fontAlgn="auto" hangingPunct="1">
              <a:defRPr/>
            </a:pPr>
            <a:r>
              <a:rPr lang="en-US" altLang="zh-CN" sz="2400" b="1" kern="0" noProof="1">
                <a:solidFill>
                  <a:srgbClr val="004EA2"/>
                </a:solidFill>
                <a:latin typeface="Arial" panose="020B0604020202020204" pitchFamily="34" charset="0"/>
                <a:ea typeface="微软雅黑" panose="020B0503020204020204" charset="-122"/>
                <a:cs typeface="Arial" panose="020B0604020202020204" pitchFamily="34" charset="0"/>
                <a:sym typeface="Arial" panose="020B0604020202020204" pitchFamily="34" charset="0"/>
              </a:rPr>
              <a:t>2.10</a:t>
            </a:r>
            <a:endParaRPr lang="en-US" altLang="zh-CN" sz="2400" b="1" kern="0" noProof="1">
              <a:solidFill>
                <a:srgbClr val="004EA2"/>
              </a:solidFill>
              <a:latin typeface="微软雅黑" panose="020B0503020204020204" charset="-122"/>
              <a:ea typeface="微软雅黑" panose="020B0503020204020204" charset="-122"/>
              <a:sym typeface="Arial" panose="020B0604020202020204" pitchFamily="34" charset="0"/>
            </a:endParaRPr>
          </a:p>
        </p:txBody>
      </p:sp>
      <p:sp>
        <p:nvSpPr>
          <p:cNvPr id="6" name="矩形 8"/>
          <p:cNvSpPr/>
          <p:nvPr/>
        </p:nvSpPr>
        <p:spPr bwMode="auto">
          <a:xfrm>
            <a:off x="2160000" y="470242"/>
            <a:ext cx="5051425" cy="497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20000"/>
              </a:lnSpc>
            </a:pPr>
            <a:r>
              <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rPr>
              <a:t>输入框</a:t>
            </a:r>
            <a:r>
              <a:rPr lang="en-US" altLang="zh-CN"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rPr>
              <a:t>-2</a:t>
            </a:r>
            <a:endPar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endParaRPr>
          </a:p>
        </p:txBody>
      </p:sp>
      <p:sp>
        <p:nvSpPr>
          <p:cNvPr id="3" name="矩形 11"/>
          <p:cNvSpPr/>
          <p:nvPr/>
        </p:nvSpPr>
        <p:spPr bwMode="auto">
          <a:xfrm>
            <a:off x="2160442" y="99159"/>
            <a:ext cx="1282670" cy="430374"/>
          </a:xfrm>
          <a:prstGeom prst="rect">
            <a:avLst/>
          </a:prstGeom>
          <a:grp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pPr>
            <a:r>
              <a:rPr lang="zh-CN" altLang="en-US" sz="2000" b="1" kern="0" dirty="0">
                <a:solidFill>
                  <a:srgbClr val="FFFFFF">
                    <a:lumMod val="65000"/>
                  </a:srgbClr>
                </a:solidFill>
                <a:latin typeface="微软雅黑" panose="020B0503020204020204" charset="-122"/>
                <a:ea typeface="微软雅黑" panose="020B0503020204020204" charset="-122"/>
                <a:cs typeface="微软雅黑" panose="020B0503020204020204" charset="-122"/>
              </a:rPr>
              <a:t>组件要求</a:t>
            </a:r>
            <a:endParaRPr kumimoji="0" lang="zh-CN" altLang="en-US" sz="2000" b="1" i="0" u="none" strike="noStrike" kern="0" cap="none" spc="0" normalizeH="0" baseline="0" noProof="0" dirty="0">
              <a:ln>
                <a:noFill/>
              </a:ln>
              <a:solidFill>
                <a:srgbClr val="FFFFFF">
                  <a:lumMod val="65000"/>
                </a:srgbClr>
              </a:solidFill>
              <a:effectLst/>
              <a:uLnTx/>
              <a:uFillTx/>
              <a:latin typeface="微软雅黑" panose="020B0503020204020204" charset="-122"/>
              <a:ea typeface="微软雅黑" panose="020B0503020204020204" charset="-122"/>
              <a:cs typeface="微软雅黑" panose="020B0503020204020204" charset="-122"/>
            </a:endParaRPr>
          </a:p>
        </p:txBody>
      </p:sp>
      <p:pic>
        <p:nvPicPr>
          <p:cNvPr id="10" name="图片 9"/>
          <p:cNvPicPr>
            <a:picLocks noChangeAspect="1"/>
          </p:cNvPicPr>
          <p:nvPr/>
        </p:nvPicPr>
        <p:blipFill>
          <a:blip r:embed="rId4"/>
          <a:stretch>
            <a:fillRect/>
          </a:stretch>
        </p:blipFill>
        <p:spPr>
          <a:xfrm>
            <a:off x="0" y="1137846"/>
            <a:ext cx="12192000" cy="5635377"/>
          </a:xfrm>
          <a:prstGeom prst="rect">
            <a:avLst/>
          </a:prstGeom>
        </p:spPr>
      </p:pic>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1"/>
          <p:cNvGrpSpPr/>
          <p:nvPr/>
        </p:nvGrpSpPr>
        <p:grpSpPr bwMode="auto">
          <a:xfrm>
            <a:off x="10701338" y="0"/>
            <a:ext cx="766762" cy="766763"/>
            <a:chOff x="11522" y="1262"/>
            <a:chExt cx="1864" cy="1864"/>
          </a:xfrm>
        </p:grpSpPr>
        <p:sp>
          <p:nvSpPr>
            <p:cNvPr id="5" name="矩形 4"/>
            <p:cNvSpPr/>
            <p:nvPr userDrawn="1">
              <p:custDataLst>
                <p:tags r:id="rId1"/>
              </p:custDataLst>
            </p:nvPr>
          </p:nvSpPr>
          <p:spPr>
            <a:xfrm>
              <a:off x="11522" y="1262"/>
              <a:ext cx="1864" cy="1864"/>
            </a:xfrm>
            <a:prstGeom prst="rect">
              <a:avLst/>
            </a:prstGeom>
            <a:solidFill>
              <a:srgbClr val="004EA2"/>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anchor="ctr"/>
            <a:lstStyle/>
            <a:p>
              <a:pPr algn="ctr" fontAlgn="auto"/>
              <a:endParaRPr lang="zh-CN" altLang="en-US" noProof="1"/>
            </a:p>
          </p:txBody>
        </p:sp>
        <p:pic>
          <p:nvPicPr>
            <p:cNvPr id="7" name="图片 7"/>
            <p:cNvPicPr>
              <a:picLocks noGrp="1" noChangeAspect="1" noChangeArrowheads="1"/>
            </p:cNvPicPr>
            <p:nvPr>
              <p:custDataLst>
                <p:tags r:id="rId2"/>
              </p:custDataLst>
            </p:nvPr>
          </p:nvPicPr>
          <p:blipFill>
            <a:blip r:embed="rId3">
              <a:extLst>
                <a:ext uri="{28A0092B-C50C-407E-A947-70E740481C1C}">
                  <a14:useLocalDpi xmlns:a14="http://schemas.microsoft.com/office/drawing/2010/main" val="0"/>
                </a:ext>
              </a:extLst>
            </a:blip>
            <a:srcRect/>
            <a:stretch>
              <a:fillRect/>
            </a:stretch>
          </p:blipFill>
          <p:spPr bwMode="auto">
            <a:xfrm>
              <a:off x="11750" y="1490"/>
              <a:ext cx="1408" cy="1408"/>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文本框 1"/>
          <p:cNvSpPr txBox="1"/>
          <p:nvPr/>
        </p:nvSpPr>
        <p:spPr>
          <a:xfrm>
            <a:off x="1222374" y="502085"/>
            <a:ext cx="879891" cy="460375"/>
          </a:xfrm>
          <a:prstGeom prst="rect">
            <a:avLst/>
          </a:prstGeom>
          <a:noFill/>
        </p:spPr>
        <p:txBody>
          <a:bodyPr wrap="square">
            <a:spAutoFit/>
          </a:bodyPr>
          <a:lstStyle>
            <a:defPPr>
              <a:defRPr lang="zh-CN"/>
            </a:defPPr>
            <a:lvl1pPr>
              <a:defRPr sz="15000">
                <a:gradFill flip="none" rotWithShape="1">
                  <a:gsLst>
                    <a:gs pos="23000">
                      <a:srgbClr val="C0DBD2"/>
                    </a:gs>
                    <a:gs pos="86239">
                      <a:srgbClr val="A6CFC9"/>
                    </a:gs>
                    <a:gs pos="47000">
                      <a:srgbClr val="7AA99E"/>
                    </a:gs>
                  </a:gsLst>
                  <a:lin ang="2700000" scaled="1"/>
                  <a:tileRect/>
                </a:gradFill>
                <a:latin typeface="Aa武道家" pitchFamily="18" charset="-122"/>
                <a:ea typeface="Aa武道家" pitchFamily="18" charset="-122"/>
              </a:defRPr>
            </a:lvl1pPr>
          </a:lstStyle>
          <a:p>
            <a:pPr eaLnBrk="1" fontAlgn="auto" hangingPunct="1">
              <a:defRPr/>
            </a:pPr>
            <a:r>
              <a:rPr lang="en-US" altLang="zh-CN" sz="2400" b="1" kern="0" noProof="1">
                <a:solidFill>
                  <a:srgbClr val="004EA2"/>
                </a:solidFill>
                <a:latin typeface="Arial" panose="020B0604020202020204" pitchFamily="34" charset="0"/>
                <a:ea typeface="微软雅黑" panose="020B0503020204020204" charset="-122"/>
                <a:cs typeface="Arial" panose="020B0604020202020204" pitchFamily="34" charset="0"/>
                <a:sym typeface="Arial" panose="020B0604020202020204" pitchFamily="34" charset="0"/>
              </a:rPr>
              <a:t>2.11</a:t>
            </a:r>
            <a:endParaRPr lang="en-US" altLang="zh-CN" sz="2400" b="1" kern="0" noProof="1">
              <a:solidFill>
                <a:srgbClr val="004EA2"/>
              </a:solidFill>
              <a:latin typeface="微软雅黑" panose="020B0503020204020204" charset="-122"/>
              <a:ea typeface="微软雅黑" panose="020B0503020204020204" charset="-122"/>
              <a:sym typeface="Arial" panose="020B0604020202020204" pitchFamily="34" charset="0"/>
            </a:endParaRPr>
          </a:p>
        </p:txBody>
      </p:sp>
      <p:sp>
        <p:nvSpPr>
          <p:cNvPr id="6" name="矩形 8"/>
          <p:cNvSpPr/>
          <p:nvPr/>
        </p:nvSpPr>
        <p:spPr bwMode="auto">
          <a:xfrm>
            <a:off x="2160000" y="470242"/>
            <a:ext cx="5051425" cy="497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20000"/>
              </a:lnSpc>
            </a:pPr>
            <a:r>
              <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rPr>
              <a:t>单选框</a:t>
            </a:r>
            <a:r>
              <a:rPr lang="en-US" altLang="zh-CN"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rPr>
              <a:t>&amp;</a:t>
            </a:r>
            <a:r>
              <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rPr>
              <a:t>复选框</a:t>
            </a:r>
            <a:endPar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endParaRPr>
          </a:p>
        </p:txBody>
      </p:sp>
      <p:sp>
        <p:nvSpPr>
          <p:cNvPr id="3" name="矩形 11"/>
          <p:cNvSpPr/>
          <p:nvPr/>
        </p:nvSpPr>
        <p:spPr bwMode="auto">
          <a:xfrm>
            <a:off x="2160442" y="99159"/>
            <a:ext cx="1282670" cy="430374"/>
          </a:xfrm>
          <a:prstGeom prst="rect">
            <a:avLst/>
          </a:prstGeom>
          <a:grp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pPr>
            <a:r>
              <a:rPr lang="zh-CN" altLang="en-US" sz="2000" b="1" kern="0" dirty="0">
                <a:solidFill>
                  <a:srgbClr val="FFFFFF">
                    <a:lumMod val="65000"/>
                  </a:srgbClr>
                </a:solidFill>
                <a:latin typeface="微软雅黑" panose="020B0503020204020204" charset="-122"/>
                <a:ea typeface="微软雅黑" panose="020B0503020204020204" charset="-122"/>
                <a:cs typeface="微软雅黑" panose="020B0503020204020204" charset="-122"/>
              </a:rPr>
              <a:t>组件要求</a:t>
            </a:r>
            <a:endParaRPr kumimoji="0" lang="zh-CN" altLang="en-US" sz="2000" b="1" i="0" u="none" strike="noStrike" kern="0" cap="none" spc="0" normalizeH="0" baseline="0" noProof="0" dirty="0">
              <a:ln>
                <a:noFill/>
              </a:ln>
              <a:solidFill>
                <a:srgbClr val="FFFFFF">
                  <a:lumMod val="65000"/>
                </a:srgbClr>
              </a:solidFill>
              <a:effectLst/>
              <a:uLnTx/>
              <a:uFillTx/>
              <a:latin typeface="微软雅黑" panose="020B0503020204020204" charset="-122"/>
              <a:ea typeface="微软雅黑" panose="020B0503020204020204" charset="-122"/>
              <a:cs typeface="微软雅黑" panose="020B0503020204020204" charset="-122"/>
            </a:endParaRPr>
          </a:p>
        </p:txBody>
      </p:sp>
      <p:pic>
        <p:nvPicPr>
          <p:cNvPr id="8" name="图片 7" descr="4-设计规范-单选&amp;多选"/>
          <p:cNvPicPr>
            <a:picLocks noChangeAspect="1"/>
          </p:cNvPicPr>
          <p:nvPr/>
        </p:nvPicPr>
        <p:blipFill>
          <a:blip r:embed="rId4"/>
          <a:srcRect l="7706" t="25672" r="23204" b="17464"/>
          <a:stretch>
            <a:fillRect/>
          </a:stretch>
        </p:blipFill>
        <p:spPr>
          <a:xfrm>
            <a:off x="345698" y="1249240"/>
            <a:ext cx="11663291" cy="5400000"/>
          </a:xfrm>
          <a:prstGeom prst="rect">
            <a:avLst/>
          </a:prstGeom>
        </p:spPr>
      </p:pic>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4-设计规范-框架导航"/>
          <p:cNvPicPr>
            <a:picLocks noGrp="1" noRot="1" noChangeAspect="1" noMove="1" noResize="1" noEditPoints="1" noAdjustHandles="1" noChangeArrowheads="1" noChangeShapeType="1" noCrop="1"/>
          </p:cNvPicPr>
          <p:nvPr/>
        </p:nvPicPr>
        <p:blipFill>
          <a:blip r:embed="rId1"/>
          <a:srcRect t="33361" b="8880"/>
          <a:stretch>
            <a:fillRect/>
          </a:stretch>
        </p:blipFill>
        <p:spPr>
          <a:xfrm>
            <a:off x="76744" y="962460"/>
            <a:ext cx="8785225" cy="5857240"/>
          </a:xfrm>
          <a:prstGeom prst="rect">
            <a:avLst/>
          </a:prstGeom>
        </p:spPr>
      </p:pic>
      <p:grpSp>
        <p:nvGrpSpPr>
          <p:cNvPr id="4" name="组合 1"/>
          <p:cNvGrpSpPr/>
          <p:nvPr/>
        </p:nvGrpSpPr>
        <p:grpSpPr bwMode="auto">
          <a:xfrm>
            <a:off x="10701338" y="0"/>
            <a:ext cx="766762" cy="766763"/>
            <a:chOff x="11522" y="1262"/>
            <a:chExt cx="1864" cy="1864"/>
          </a:xfrm>
        </p:grpSpPr>
        <p:sp>
          <p:nvSpPr>
            <p:cNvPr id="5" name="矩形 4"/>
            <p:cNvSpPr/>
            <p:nvPr userDrawn="1">
              <p:custDataLst>
                <p:tags r:id="rId2"/>
              </p:custDataLst>
            </p:nvPr>
          </p:nvSpPr>
          <p:spPr>
            <a:xfrm>
              <a:off x="11522" y="1262"/>
              <a:ext cx="1864" cy="1864"/>
            </a:xfrm>
            <a:prstGeom prst="rect">
              <a:avLst/>
            </a:prstGeom>
            <a:solidFill>
              <a:srgbClr val="004EA2"/>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anchor="ctr"/>
            <a:lstStyle/>
            <a:p>
              <a:pPr algn="ctr" fontAlgn="auto"/>
              <a:endParaRPr lang="zh-CN" altLang="en-US" noProof="1"/>
            </a:p>
          </p:txBody>
        </p:sp>
        <p:pic>
          <p:nvPicPr>
            <p:cNvPr id="7" name="图片 7"/>
            <p:cNvPicPr>
              <a:picLocks noGrp="1" noChangeAspect="1" noChangeArrowheads="1"/>
            </p:cNvPicPr>
            <p:nvPr>
              <p:custDataLst>
                <p:tags r:id="rId3"/>
              </p:custDataLst>
            </p:nvPr>
          </p:nvPicPr>
          <p:blipFill>
            <a:blip r:embed="rId4">
              <a:extLst>
                <a:ext uri="{28A0092B-C50C-407E-A947-70E740481C1C}">
                  <a14:useLocalDpi xmlns:a14="http://schemas.microsoft.com/office/drawing/2010/main" val="0"/>
                </a:ext>
              </a:extLst>
            </a:blip>
            <a:srcRect/>
            <a:stretch>
              <a:fillRect/>
            </a:stretch>
          </p:blipFill>
          <p:spPr bwMode="auto">
            <a:xfrm>
              <a:off x="11750" y="1490"/>
              <a:ext cx="1408" cy="1408"/>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文本框 1"/>
          <p:cNvSpPr txBox="1"/>
          <p:nvPr/>
        </p:nvSpPr>
        <p:spPr>
          <a:xfrm>
            <a:off x="1222374" y="502085"/>
            <a:ext cx="879891" cy="460375"/>
          </a:xfrm>
          <a:prstGeom prst="rect">
            <a:avLst/>
          </a:prstGeom>
          <a:noFill/>
        </p:spPr>
        <p:txBody>
          <a:bodyPr wrap="square">
            <a:spAutoFit/>
          </a:bodyPr>
          <a:lstStyle>
            <a:defPPr>
              <a:defRPr lang="zh-CN"/>
            </a:defPPr>
            <a:lvl1pPr>
              <a:defRPr sz="15000">
                <a:gradFill flip="none" rotWithShape="1">
                  <a:gsLst>
                    <a:gs pos="23000">
                      <a:srgbClr val="C0DBD2"/>
                    </a:gs>
                    <a:gs pos="86239">
                      <a:srgbClr val="A6CFC9"/>
                    </a:gs>
                    <a:gs pos="47000">
                      <a:srgbClr val="7AA99E"/>
                    </a:gs>
                  </a:gsLst>
                  <a:lin ang="2700000" scaled="1"/>
                  <a:tileRect/>
                </a:gradFill>
                <a:latin typeface="Aa武道家" pitchFamily="18" charset="-122"/>
                <a:ea typeface="Aa武道家" pitchFamily="18" charset="-122"/>
              </a:defRPr>
            </a:lvl1pPr>
          </a:lstStyle>
          <a:p>
            <a:pPr eaLnBrk="1" fontAlgn="auto" hangingPunct="1">
              <a:defRPr/>
            </a:pPr>
            <a:r>
              <a:rPr lang="en-US" altLang="zh-CN" sz="2400" b="1" kern="0" noProof="1">
                <a:solidFill>
                  <a:srgbClr val="004EA2"/>
                </a:solidFill>
                <a:latin typeface="Arial" panose="020B0604020202020204" pitchFamily="34" charset="0"/>
                <a:ea typeface="微软雅黑" panose="020B0503020204020204" charset="-122"/>
                <a:cs typeface="Arial" panose="020B0604020202020204" pitchFamily="34" charset="0"/>
                <a:sym typeface="Arial" panose="020B0604020202020204" pitchFamily="34" charset="0"/>
              </a:rPr>
              <a:t>2.12</a:t>
            </a:r>
            <a:endParaRPr lang="en-US" altLang="zh-CN" sz="2400" b="1" kern="0" noProof="1">
              <a:solidFill>
                <a:srgbClr val="004EA2"/>
              </a:solidFill>
              <a:latin typeface="微软雅黑" panose="020B0503020204020204" charset="-122"/>
              <a:ea typeface="微软雅黑" panose="020B0503020204020204" charset="-122"/>
              <a:sym typeface="Arial" panose="020B0604020202020204" pitchFamily="34" charset="0"/>
            </a:endParaRPr>
          </a:p>
        </p:txBody>
      </p:sp>
      <p:sp>
        <p:nvSpPr>
          <p:cNvPr id="6" name="矩形 8"/>
          <p:cNvSpPr/>
          <p:nvPr/>
        </p:nvSpPr>
        <p:spPr bwMode="auto">
          <a:xfrm>
            <a:off x="2160000" y="470242"/>
            <a:ext cx="5051425" cy="497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20000"/>
              </a:lnSpc>
            </a:pPr>
            <a:r>
              <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rPr>
              <a:t>步骤条</a:t>
            </a:r>
            <a:endPar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endParaRPr>
          </a:p>
        </p:txBody>
      </p:sp>
      <p:sp>
        <p:nvSpPr>
          <p:cNvPr id="3" name="矩形 11"/>
          <p:cNvSpPr/>
          <p:nvPr/>
        </p:nvSpPr>
        <p:spPr bwMode="auto">
          <a:xfrm>
            <a:off x="2160442" y="99159"/>
            <a:ext cx="1282670" cy="430374"/>
          </a:xfrm>
          <a:prstGeom prst="rect">
            <a:avLst/>
          </a:prstGeom>
          <a:grp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pPr>
            <a:r>
              <a:rPr lang="zh-CN" altLang="en-US" sz="2000" b="1" kern="0" dirty="0">
                <a:solidFill>
                  <a:srgbClr val="FFFFFF">
                    <a:lumMod val="65000"/>
                  </a:srgbClr>
                </a:solidFill>
                <a:latin typeface="微软雅黑" panose="020B0503020204020204" charset="-122"/>
                <a:ea typeface="微软雅黑" panose="020B0503020204020204" charset="-122"/>
                <a:cs typeface="微软雅黑" panose="020B0503020204020204" charset="-122"/>
              </a:rPr>
              <a:t>组件要求</a:t>
            </a:r>
            <a:endParaRPr kumimoji="0" lang="zh-CN" altLang="en-US" sz="2000" b="1" i="0" u="none" strike="noStrike" kern="0" cap="none" spc="0" normalizeH="0" baseline="0" noProof="0" dirty="0">
              <a:ln>
                <a:noFill/>
              </a:ln>
              <a:solidFill>
                <a:srgbClr val="FFFFFF">
                  <a:lumMod val="65000"/>
                </a:srgbClr>
              </a:solidFill>
              <a:effectLst/>
              <a:uLnTx/>
              <a:uFillTx/>
              <a:latin typeface="微软雅黑" panose="020B0503020204020204" charset="-122"/>
              <a:ea typeface="微软雅黑" panose="020B0503020204020204" charset="-122"/>
              <a:cs typeface="微软雅黑" panose="020B0503020204020204" charset="-122"/>
            </a:endParaRPr>
          </a:p>
        </p:txBody>
      </p:sp>
      <p:cxnSp>
        <p:nvCxnSpPr>
          <p:cNvPr id="10" name="连接符: 曲线 48"/>
          <p:cNvCxnSpPr/>
          <p:nvPr>
            <p:custDataLst>
              <p:tags r:id="rId5"/>
            </p:custDataLst>
          </p:nvPr>
        </p:nvCxnSpPr>
        <p:spPr>
          <a:xfrm>
            <a:off x="6370427" y="1489990"/>
            <a:ext cx="2140956" cy="1528981"/>
          </a:xfrm>
          <a:prstGeom prst="curvedConnector3">
            <a:avLst>
              <a:gd name="adj1" fmla="val 50000"/>
            </a:avLst>
          </a:prstGeom>
          <a:ln w="19050" cap="flat" cmpd="sng" algn="ctr">
            <a:solidFill>
              <a:schemeClr val="accent2"/>
            </a:solidFill>
            <a:prstDash val="dash"/>
            <a:round/>
            <a:headEnd type="oval" w="lg" len="lg"/>
            <a:tailEnd type="triangle" w="lg" len="lg"/>
          </a:ln>
        </p:spPr>
        <p:style>
          <a:lnRef idx="0">
            <a:scrgbClr r="0" g="0" b="0"/>
          </a:lnRef>
          <a:fillRef idx="0">
            <a:scrgbClr r="0" g="0" b="0"/>
          </a:fillRef>
          <a:effectRef idx="0">
            <a:scrgbClr r="0" g="0" b="0"/>
          </a:effectRef>
          <a:fontRef idx="minor">
            <a:schemeClr val="tx1"/>
          </a:fontRef>
        </p:style>
      </p:cxnSp>
      <p:sp>
        <p:nvSpPr>
          <p:cNvPr id="12" name="文本框 11"/>
          <p:cNvSpPr txBox="1"/>
          <p:nvPr/>
        </p:nvSpPr>
        <p:spPr>
          <a:xfrm>
            <a:off x="7410631" y="3102199"/>
            <a:ext cx="3505200" cy="152618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600" dirty="0">
                <a:solidFill>
                  <a:schemeClr val="tx1">
                    <a:lumMod val="50000"/>
                    <a:lumOff val="50000"/>
                  </a:schemeClr>
                </a:solidFill>
                <a:latin typeface="微软雅黑" panose="020B0503020204020204" charset="-122"/>
                <a:ea typeface="微软雅黑" panose="020B0503020204020204" charset="-122"/>
              </a:rPr>
              <a:t>当任务复杂或者存在先后关系时，将其分解成一系列步骤，从而简化任务根据使用场景，可以与</a:t>
            </a:r>
            <a:r>
              <a:rPr lang="en-US" altLang="zh-CN" sz="1600" dirty="0">
                <a:solidFill>
                  <a:schemeClr val="tx1">
                    <a:lumMod val="50000"/>
                    <a:lumOff val="50000"/>
                  </a:schemeClr>
                </a:solidFill>
                <a:latin typeface="微软雅黑" panose="020B0503020204020204" charset="-122"/>
                <a:ea typeface="微软雅黑" panose="020B0503020204020204" charset="-122"/>
              </a:rPr>
              <a:t>icon</a:t>
            </a:r>
            <a:r>
              <a:rPr lang="zh-CN" altLang="en-US" sz="1600" dirty="0">
                <a:solidFill>
                  <a:schemeClr val="tx1">
                    <a:lumMod val="50000"/>
                    <a:lumOff val="50000"/>
                  </a:schemeClr>
                </a:solidFill>
                <a:latin typeface="微软雅黑" panose="020B0503020204020204" charset="-122"/>
                <a:ea typeface="微软雅黑" panose="020B0503020204020204" charset="-122"/>
              </a:rPr>
              <a:t>、加载等元素组合使用</a:t>
            </a:r>
            <a:endParaRPr lang="zh-CN" altLang="en-US" sz="1600" dirty="0">
              <a:solidFill>
                <a:schemeClr val="tx1">
                  <a:lumMod val="50000"/>
                  <a:lumOff val="50000"/>
                </a:schemeClr>
              </a:solidFill>
              <a:latin typeface="微软雅黑" panose="020B0503020204020204" charset="-122"/>
              <a:ea typeface="微软雅黑" panose="020B050302020402020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1"/>
          <p:cNvGrpSpPr/>
          <p:nvPr/>
        </p:nvGrpSpPr>
        <p:grpSpPr bwMode="auto">
          <a:xfrm>
            <a:off x="10701338" y="0"/>
            <a:ext cx="766762" cy="766763"/>
            <a:chOff x="11522" y="1262"/>
            <a:chExt cx="1864" cy="1864"/>
          </a:xfrm>
        </p:grpSpPr>
        <p:sp>
          <p:nvSpPr>
            <p:cNvPr id="5" name="矩形 4"/>
            <p:cNvSpPr/>
            <p:nvPr userDrawn="1">
              <p:custDataLst>
                <p:tags r:id="rId1"/>
              </p:custDataLst>
            </p:nvPr>
          </p:nvSpPr>
          <p:spPr>
            <a:xfrm>
              <a:off x="11522" y="1262"/>
              <a:ext cx="1864" cy="1864"/>
            </a:xfrm>
            <a:prstGeom prst="rect">
              <a:avLst/>
            </a:prstGeom>
            <a:solidFill>
              <a:srgbClr val="004EA2"/>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anchor="ctr"/>
            <a:lstStyle/>
            <a:p>
              <a:pPr algn="ctr" fontAlgn="auto"/>
              <a:endParaRPr lang="zh-CN" altLang="en-US" noProof="1"/>
            </a:p>
          </p:txBody>
        </p:sp>
        <p:pic>
          <p:nvPicPr>
            <p:cNvPr id="7" name="图片 7"/>
            <p:cNvPicPr>
              <a:picLocks noGrp="1" noChangeAspect="1" noChangeArrowheads="1"/>
            </p:cNvPicPr>
            <p:nvPr>
              <p:custDataLst>
                <p:tags r:id="rId2"/>
              </p:custDataLst>
            </p:nvPr>
          </p:nvPicPr>
          <p:blipFill>
            <a:blip r:embed="rId3">
              <a:extLst>
                <a:ext uri="{28A0092B-C50C-407E-A947-70E740481C1C}">
                  <a14:useLocalDpi xmlns:a14="http://schemas.microsoft.com/office/drawing/2010/main" val="0"/>
                </a:ext>
              </a:extLst>
            </a:blip>
            <a:srcRect/>
            <a:stretch>
              <a:fillRect/>
            </a:stretch>
          </p:blipFill>
          <p:spPr bwMode="auto">
            <a:xfrm>
              <a:off x="11750" y="1490"/>
              <a:ext cx="1408" cy="1408"/>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文本框 1"/>
          <p:cNvSpPr txBox="1"/>
          <p:nvPr/>
        </p:nvSpPr>
        <p:spPr>
          <a:xfrm>
            <a:off x="1222374" y="502085"/>
            <a:ext cx="879891" cy="460375"/>
          </a:xfrm>
          <a:prstGeom prst="rect">
            <a:avLst/>
          </a:prstGeom>
          <a:noFill/>
        </p:spPr>
        <p:txBody>
          <a:bodyPr wrap="square">
            <a:spAutoFit/>
          </a:bodyPr>
          <a:lstStyle>
            <a:defPPr>
              <a:defRPr lang="zh-CN"/>
            </a:defPPr>
            <a:lvl1pPr>
              <a:defRPr sz="15000">
                <a:gradFill flip="none" rotWithShape="1">
                  <a:gsLst>
                    <a:gs pos="23000">
                      <a:srgbClr val="C0DBD2"/>
                    </a:gs>
                    <a:gs pos="86239">
                      <a:srgbClr val="A6CFC9"/>
                    </a:gs>
                    <a:gs pos="47000">
                      <a:srgbClr val="7AA99E"/>
                    </a:gs>
                  </a:gsLst>
                  <a:lin ang="2700000" scaled="1"/>
                  <a:tileRect/>
                </a:gradFill>
                <a:latin typeface="Aa武道家" pitchFamily="18" charset="-122"/>
                <a:ea typeface="Aa武道家" pitchFamily="18" charset="-122"/>
              </a:defRPr>
            </a:lvl1pPr>
          </a:lstStyle>
          <a:p>
            <a:pPr eaLnBrk="1" fontAlgn="auto" hangingPunct="1">
              <a:defRPr/>
            </a:pPr>
            <a:r>
              <a:rPr lang="en-US" altLang="zh-CN" sz="2400" b="1" kern="0" noProof="1">
                <a:solidFill>
                  <a:srgbClr val="004EA2"/>
                </a:solidFill>
                <a:latin typeface="Arial" panose="020B0604020202020204" pitchFamily="34" charset="0"/>
                <a:ea typeface="微软雅黑" panose="020B0503020204020204" charset="-122"/>
                <a:cs typeface="Arial" panose="020B0604020202020204" pitchFamily="34" charset="0"/>
                <a:sym typeface="Arial" panose="020B0604020202020204" pitchFamily="34" charset="0"/>
              </a:rPr>
              <a:t>2.13</a:t>
            </a:r>
            <a:endParaRPr lang="en-US" altLang="zh-CN" sz="2400" b="1" kern="0" noProof="1">
              <a:solidFill>
                <a:srgbClr val="004EA2"/>
              </a:solidFill>
              <a:latin typeface="微软雅黑" panose="020B0503020204020204" charset="-122"/>
              <a:ea typeface="微软雅黑" panose="020B0503020204020204" charset="-122"/>
              <a:sym typeface="Arial" panose="020B0604020202020204" pitchFamily="34" charset="0"/>
            </a:endParaRPr>
          </a:p>
        </p:txBody>
      </p:sp>
      <p:sp>
        <p:nvSpPr>
          <p:cNvPr id="6" name="矩形 8"/>
          <p:cNvSpPr/>
          <p:nvPr/>
        </p:nvSpPr>
        <p:spPr bwMode="auto">
          <a:xfrm>
            <a:off x="2160000" y="470242"/>
            <a:ext cx="5051425" cy="497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20000"/>
              </a:lnSpc>
            </a:pPr>
            <a:r>
              <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rPr>
              <a:t>下拉框</a:t>
            </a:r>
            <a:endPar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endParaRPr>
          </a:p>
        </p:txBody>
      </p:sp>
      <p:sp>
        <p:nvSpPr>
          <p:cNvPr id="3" name="矩形 11"/>
          <p:cNvSpPr/>
          <p:nvPr/>
        </p:nvSpPr>
        <p:spPr bwMode="auto">
          <a:xfrm>
            <a:off x="2160442" y="99159"/>
            <a:ext cx="1282670" cy="430374"/>
          </a:xfrm>
          <a:prstGeom prst="rect">
            <a:avLst/>
          </a:prstGeom>
          <a:grp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pPr>
            <a:r>
              <a:rPr lang="zh-CN" altLang="en-US" sz="2000" b="1" kern="0" dirty="0">
                <a:solidFill>
                  <a:srgbClr val="FFFFFF">
                    <a:lumMod val="65000"/>
                  </a:srgbClr>
                </a:solidFill>
                <a:latin typeface="微软雅黑" panose="020B0503020204020204" charset="-122"/>
                <a:ea typeface="微软雅黑" panose="020B0503020204020204" charset="-122"/>
                <a:cs typeface="微软雅黑" panose="020B0503020204020204" charset="-122"/>
              </a:rPr>
              <a:t>组件要求</a:t>
            </a:r>
            <a:endParaRPr kumimoji="0" lang="zh-CN" altLang="en-US" sz="2000" b="1" i="0" u="none" strike="noStrike" kern="0" cap="none" spc="0" normalizeH="0" baseline="0" noProof="0" dirty="0">
              <a:ln>
                <a:noFill/>
              </a:ln>
              <a:solidFill>
                <a:srgbClr val="FFFFFF">
                  <a:lumMod val="65000"/>
                </a:srgbClr>
              </a:solidFill>
              <a:effectLst/>
              <a:uLnTx/>
              <a:uFillTx/>
              <a:latin typeface="微软雅黑" panose="020B0503020204020204" charset="-122"/>
              <a:ea typeface="微软雅黑" panose="020B0503020204020204" charset="-122"/>
              <a:cs typeface="微软雅黑" panose="020B0503020204020204" charset="-122"/>
            </a:endParaRPr>
          </a:p>
        </p:txBody>
      </p:sp>
      <p:pic>
        <p:nvPicPr>
          <p:cNvPr id="9" name="图片 8"/>
          <p:cNvPicPr>
            <a:picLocks noChangeAspect="1"/>
          </p:cNvPicPr>
          <p:nvPr/>
        </p:nvPicPr>
        <p:blipFill>
          <a:blip r:embed="rId4"/>
          <a:stretch>
            <a:fillRect/>
          </a:stretch>
        </p:blipFill>
        <p:spPr>
          <a:xfrm>
            <a:off x="603343" y="1098000"/>
            <a:ext cx="11318346" cy="5760000"/>
          </a:xfrm>
          <a:prstGeom prst="rect">
            <a:avLst/>
          </a:prstGeom>
        </p:spPr>
      </p:pic>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1"/>
          <p:cNvGrpSpPr/>
          <p:nvPr/>
        </p:nvGrpSpPr>
        <p:grpSpPr bwMode="auto">
          <a:xfrm>
            <a:off x="10701338" y="0"/>
            <a:ext cx="766762" cy="766763"/>
            <a:chOff x="11522" y="1262"/>
            <a:chExt cx="1864" cy="1864"/>
          </a:xfrm>
        </p:grpSpPr>
        <p:sp>
          <p:nvSpPr>
            <p:cNvPr id="5" name="矩形 4"/>
            <p:cNvSpPr/>
            <p:nvPr userDrawn="1">
              <p:custDataLst>
                <p:tags r:id="rId1"/>
              </p:custDataLst>
            </p:nvPr>
          </p:nvSpPr>
          <p:spPr>
            <a:xfrm>
              <a:off x="11522" y="1262"/>
              <a:ext cx="1864" cy="1864"/>
            </a:xfrm>
            <a:prstGeom prst="rect">
              <a:avLst/>
            </a:prstGeom>
            <a:solidFill>
              <a:srgbClr val="004EA2"/>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anchor="ctr"/>
            <a:lstStyle/>
            <a:p>
              <a:pPr algn="ctr" fontAlgn="auto"/>
              <a:endParaRPr lang="zh-CN" altLang="en-US" noProof="1"/>
            </a:p>
          </p:txBody>
        </p:sp>
        <p:pic>
          <p:nvPicPr>
            <p:cNvPr id="7" name="图片 7"/>
            <p:cNvPicPr>
              <a:picLocks noGrp="1" noChangeAspect="1" noChangeArrowheads="1"/>
            </p:cNvPicPr>
            <p:nvPr>
              <p:custDataLst>
                <p:tags r:id="rId2"/>
              </p:custDataLst>
            </p:nvPr>
          </p:nvPicPr>
          <p:blipFill>
            <a:blip r:embed="rId3">
              <a:extLst>
                <a:ext uri="{28A0092B-C50C-407E-A947-70E740481C1C}">
                  <a14:useLocalDpi xmlns:a14="http://schemas.microsoft.com/office/drawing/2010/main" val="0"/>
                </a:ext>
              </a:extLst>
            </a:blip>
            <a:srcRect/>
            <a:stretch>
              <a:fillRect/>
            </a:stretch>
          </p:blipFill>
          <p:spPr bwMode="auto">
            <a:xfrm>
              <a:off x="11750" y="1490"/>
              <a:ext cx="1408" cy="1408"/>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文本框 1"/>
          <p:cNvSpPr txBox="1"/>
          <p:nvPr/>
        </p:nvSpPr>
        <p:spPr>
          <a:xfrm>
            <a:off x="1222374" y="502085"/>
            <a:ext cx="879891" cy="460375"/>
          </a:xfrm>
          <a:prstGeom prst="rect">
            <a:avLst/>
          </a:prstGeom>
          <a:noFill/>
        </p:spPr>
        <p:txBody>
          <a:bodyPr wrap="square">
            <a:spAutoFit/>
          </a:bodyPr>
          <a:lstStyle>
            <a:defPPr>
              <a:defRPr lang="zh-CN"/>
            </a:defPPr>
            <a:lvl1pPr>
              <a:defRPr sz="15000">
                <a:gradFill flip="none" rotWithShape="1">
                  <a:gsLst>
                    <a:gs pos="23000">
                      <a:srgbClr val="C0DBD2"/>
                    </a:gs>
                    <a:gs pos="86239">
                      <a:srgbClr val="A6CFC9"/>
                    </a:gs>
                    <a:gs pos="47000">
                      <a:srgbClr val="7AA99E"/>
                    </a:gs>
                  </a:gsLst>
                  <a:lin ang="2700000" scaled="1"/>
                  <a:tileRect/>
                </a:gradFill>
                <a:latin typeface="Aa武道家" pitchFamily="18" charset="-122"/>
                <a:ea typeface="Aa武道家" pitchFamily="18" charset="-122"/>
              </a:defRPr>
            </a:lvl1pPr>
          </a:lstStyle>
          <a:p>
            <a:pPr eaLnBrk="1" fontAlgn="auto" hangingPunct="1">
              <a:defRPr/>
            </a:pPr>
            <a:r>
              <a:rPr lang="en-US" altLang="zh-CN" sz="2400" b="1" kern="0" noProof="1">
                <a:solidFill>
                  <a:srgbClr val="004EA2"/>
                </a:solidFill>
                <a:latin typeface="Arial" panose="020B0604020202020204" pitchFamily="34" charset="0"/>
                <a:ea typeface="微软雅黑" panose="020B0503020204020204" charset="-122"/>
                <a:cs typeface="Arial" panose="020B0604020202020204" pitchFamily="34" charset="0"/>
                <a:sym typeface="Arial" panose="020B0604020202020204" pitchFamily="34" charset="0"/>
              </a:rPr>
              <a:t>2.13</a:t>
            </a:r>
            <a:endParaRPr lang="en-US" altLang="zh-CN" sz="2400" b="1" kern="0" noProof="1">
              <a:solidFill>
                <a:srgbClr val="004EA2"/>
              </a:solidFill>
              <a:latin typeface="微软雅黑" panose="020B0503020204020204" charset="-122"/>
              <a:ea typeface="微软雅黑" panose="020B0503020204020204" charset="-122"/>
              <a:sym typeface="Arial" panose="020B0604020202020204" pitchFamily="34" charset="0"/>
            </a:endParaRPr>
          </a:p>
        </p:txBody>
      </p:sp>
      <p:sp>
        <p:nvSpPr>
          <p:cNvPr id="6" name="矩形 8"/>
          <p:cNvSpPr/>
          <p:nvPr/>
        </p:nvSpPr>
        <p:spPr bwMode="auto">
          <a:xfrm>
            <a:off x="2160000" y="470242"/>
            <a:ext cx="5051425" cy="497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20000"/>
              </a:lnSpc>
            </a:pPr>
            <a:r>
              <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rPr>
              <a:t>下拉框</a:t>
            </a:r>
            <a:r>
              <a:rPr lang="en-US" altLang="zh-CN"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rPr>
              <a:t>-2</a:t>
            </a:r>
            <a:endPar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endParaRPr>
          </a:p>
        </p:txBody>
      </p:sp>
      <p:sp>
        <p:nvSpPr>
          <p:cNvPr id="3" name="矩形 11"/>
          <p:cNvSpPr/>
          <p:nvPr/>
        </p:nvSpPr>
        <p:spPr bwMode="auto">
          <a:xfrm>
            <a:off x="2160442" y="99159"/>
            <a:ext cx="1282670" cy="430374"/>
          </a:xfrm>
          <a:prstGeom prst="rect">
            <a:avLst/>
          </a:prstGeom>
          <a:grp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pPr>
            <a:r>
              <a:rPr lang="zh-CN" altLang="en-US" sz="2000" b="1" kern="0" dirty="0">
                <a:solidFill>
                  <a:srgbClr val="FFFFFF">
                    <a:lumMod val="65000"/>
                  </a:srgbClr>
                </a:solidFill>
                <a:latin typeface="微软雅黑" panose="020B0503020204020204" charset="-122"/>
                <a:ea typeface="微软雅黑" panose="020B0503020204020204" charset="-122"/>
                <a:cs typeface="微软雅黑" panose="020B0503020204020204" charset="-122"/>
              </a:rPr>
              <a:t>组件要求</a:t>
            </a:r>
            <a:endParaRPr kumimoji="0" lang="zh-CN" altLang="en-US" sz="2000" b="1" i="0" u="none" strike="noStrike" kern="0" cap="none" spc="0" normalizeH="0" baseline="0" noProof="0" dirty="0">
              <a:ln>
                <a:noFill/>
              </a:ln>
              <a:solidFill>
                <a:srgbClr val="FFFFFF">
                  <a:lumMod val="65000"/>
                </a:srgbClr>
              </a:solidFill>
              <a:effectLst/>
              <a:uLnTx/>
              <a:uFillTx/>
              <a:latin typeface="微软雅黑" panose="020B0503020204020204" charset="-122"/>
              <a:ea typeface="微软雅黑" panose="020B0503020204020204" charset="-122"/>
              <a:cs typeface="微软雅黑" panose="020B0503020204020204" charset="-122"/>
            </a:endParaRPr>
          </a:p>
        </p:txBody>
      </p:sp>
      <p:pic>
        <p:nvPicPr>
          <p:cNvPr id="9" name="图片 8"/>
          <p:cNvPicPr>
            <a:picLocks noChangeAspect="1"/>
          </p:cNvPicPr>
          <p:nvPr/>
        </p:nvPicPr>
        <p:blipFill>
          <a:blip r:embed="rId4"/>
          <a:stretch>
            <a:fillRect/>
          </a:stretch>
        </p:blipFill>
        <p:spPr>
          <a:xfrm>
            <a:off x="2857695" y="1139585"/>
            <a:ext cx="6476610" cy="5518718"/>
          </a:xfrm>
          <a:prstGeom prst="rect">
            <a:avLst/>
          </a:prstGeom>
        </p:spPr>
      </p:pic>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1"/>
          <p:cNvGrpSpPr/>
          <p:nvPr/>
        </p:nvGrpSpPr>
        <p:grpSpPr bwMode="auto">
          <a:xfrm>
            <a:off x="10701338" y="0"/>
            <a:ext cx="766762" cy="766763"/>
            <a:chOff x="11522" y="1262"/>
            <a:chExt cx="1864" cy="1864"/>
          </a:xfrm>
        </p:grpSpPr>
        <p:sp>
          <p:nvSpPr>
            <p:cNvPr id="5" name="矩形 4"/>
            <p:cNvSpPr/>
            <p:nvPr userDrawn="1">
              <p:custDataLst>
                <p:tags r:id="rId1"/>
              </p:custDataLst>
            </p:nvPr>
          </p:nvSpPr>
          <p:spPr>
            <a:xfrm>
              <a:off x="11522" y="1262"/>
              <a:ext cx="1864" cy="1864"/>
            </a:xfrm>
            <a:prstGeom prst="rect">
              <a:avLst/>
            </a:prstGeom>
            <a:solidFill>
              <a:srgbClr val="004EA2"/>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anchor="ctr"/>
            <a:lstStyle/>
            <a:p>
              <a:pPr algn="ctr" fontAlgn="auto"/>
              <a:endParaRPr lang="zh-CN" altLang="en-US" noProof="1"/>
            </a:p>
          </p:txBody>
        </p:sp>
        <p:pic>
          <p:nvPicPr>
            <p:cNvPr id="7" name="图片 7"/>
            <p:cNvPicPr>
              <a:picLocks noGrp="1" noChangeAspect="1" noChangeArrowheads="1"/>
            </p:cNvPicPr>
            <p:nvPr>
              <p:custDataLst>
                <p:tags r:id="rId2"/>
              </p:custDataLst>
            </p:nvPr>
          </p:nvPicPr>
          <p:blipFill>
            <a:blip r:embed="rId3">
              <a:extLst>
                <a:ext uri="{28A0092B-C50C-407E-A947-70E740481C1C}">
                  <a14:useLocalDpi xmlns:a14="http://schemas.microsoft.com/office/drawing/2010/main" val="0"/>
                </a:ext>
              </a:extLst>
            </a:blip>
            <a:srcRect/>
            <a:stretch>
              <a:fillRect/>
            </a:stretch>
          </p:blipFill>
          <p:spPr bwMode="auto">
            <a:xfrm>
              <a:off x="11750" y="1490"/>
              <a:ext cx="1408" cy="1408"/>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文本框 1"/>
          <p:cNvSpPr txBox="1"/>
          <p:nvPr/>
        </p:nvSpPr>
        <p:spPr>
          <a:xfrm>
            <a:off x="1222374" y="502085"/>
            <a:ext cx="879891" cy="460375"/>
          </a:xfrm>
          <a:prstGeom prst="rect">
            <a:avLst/>
          </a:prstGeom>
          <a:noFill/>
        </p:spPr>
        <p:txBody>
          <a:bodyPr wrap="square">
            <a:spAutoFit/>
          </a:bodyPr>
          <a:lstStyle>
            <a:defPPr>
              <a:defRPr lang="zh-CN"/>
            </a:defPPr>
            <a:lvl1pPr>
              <a:defRPr sz="15000">
                <a:gradFill flip="none" rotWithShape="1">
                  <a:gsLst>
                    <a:gs pos="23000">
                      <a:srgbClr val="C0DBD2"/>
                    </a:gs>
                    <a:gs pos="86239">
                      <a:srgbClr val="A6CFC9"/>
                    </a:gs>
                    <a:gs pos="47000">
                      <a:srgbClr val="7AA99E"/>
                    </a:gs>
                  </a:gsLst>
                  <a:lin ang="2700000" scaled="1"/>
                  <a:tileRect/>
                </a:gradFill>
                <a:latin typeface="Aa武道家" pitchFamily="18" charset="-122"/>
                <a:ea typeface="Aa武道家" pitchFamily="18" charset="-122"/>
              </a:defRPr>
            </a:lvl1pPr>
          </a:lstStyle>
          <a:p>
            <a:pPr eaLnBrk="1" fontAlgn="auto" hangingPunct="1">
              <a:defRPr/>
            </a:pPr>
            <a:r>
              <a:rPr lang="en-US" altLang="zh-CN" sz="2400" b="1" kern="0" noProof="1">
                <a:solidFill>
                  <a:srgbClr val="004EA2"/>
                </a:solidFill>
                <a:latin typeface="Arial" panose="020B0604020202020204" pitchFamily="34" charset="0"/>
                <a:ea typeface="微软雅黑" panose="020B0503020204020204" charset="-122"/>
                <a:cs typeface="Arial" panose="020B0604020202020204" pitchFamily="34" charset="0"/>
                <a:sym typeface="Arial" panose="020B0604020202020204" pitchFamily="34" charset="0"/>
              </a:rPr>
              <a:t>2.14</a:t>
            </a:r>
            <a:endParaRPr lang="en-US" altLang="zh-CN" sz="2400" b="1" kern="0" noProof="1">
              <a:solidFill>
                <a:srgbClr val="004EA2"/>
              </a:solidFill>
              <a:latin typeface="微软雅黑" panose="020B0503020204020204" charset="-122"/>
              <a:ea typeface="微软雅黑" panose="020B0503020204020204" charset="-122"/>
              <a:sym typeface="Arial" panose="020B0604020202020204" pitchFamily="34" charset="0"/>
            </a:endParaRPr>
          </a:p>
        </p:txBody>
      </p:sp>
      <p:sp>
        <p:nvSpPr>
          <p:cNvPr id="6" name="矩形 8"/>
          <p:cNvSpPr/>
          <p:nvPr/>
        </p:nvSpPr>
        <p:spPr bwMode="auto">
          <a:xfrm>
            <a:off x="2160000" y="470242"/>
            <a:ext cx="5051425" cy="497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20000"/>
              </a:lnSpc>
            </a:pPr>
            <a:r>
              <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rPr>
              <a:t>日期时间选择</a:t>
            </a:r>
            <a:endPar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endParaRPr>
          </a:p>
        </p:txBody>
      </p:sp>
      <p:sp>
        <p:nvSpPr>
          <p:cNvPr id="3" name="矩形 11"/>
          <p:cNvSpPr/>
          <p:nvPr/>
        </p:nvSpPr>
        <p:spPr bwMode="auto">
          <a:xfrm>
            <a:off x="2160442" y="99159"/>
            <a:ext cx="1282670" cy="430374"/>
          </a:xfrm>
          <a:prstGeom prst="rect">
            <a:avLst/>
          </a:prstGeom>
          <a:grp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pPr>
            <a:r>
              <a:rPr lang="zh-CN" altLang="en-US" sz="2000" b="1" kern="0" dirty="0">
                <a:solidFill>
                  <a:srgbClr val="FFFFFF">
                    <a:lumMod val="65000"/>
                  </a:srgbClr>
                </a:solidFill>
                <a:latin typeface="微软雅黑" panose="020B0503020204020204" charset="-122"/>
                <a:ea typeface="微软雅黑" panose="020B0503020204020204" charset="-122"/>
                <a:cs typeface="微软雅黑" panose="020B0503020204020204" charset="-122"/>
              </a:rPr>
              <a:t>组件要求</a:t>
            </a:r>
            <a:endParaRPr kumimoji="0" lang="zh-CN" altLang="en-US" sz="2000" b="1" i="0" u="none" strike="noStrike" kern="0" cap="none" spc="0" normalizeH="0" baseline="0" noProof="0" dirty="0">
              <a:ln>
                <a:noFill/>
              </a:ln>
              <a:solidFill>
                <a:srgbClr val="FFFFFF">
                  <a:lumMod val="65000"/>
                </a:srgbClr>
              </a:solidFill>
              <a:effectLst/>
              <a:uLnTx/>
              <a:uFillTx/>
              <a:latin typeface="微软雅黑" panose="020B0503020204020204" charset="-122"/>
              <a:ea typeface="微软雅黑" panose="020B0503020204020204" charset="-122"/>
              <a:cs typeface="微软雅黑" panose="020B0503020204020204" charset="-122"/>
            </a:endParaRPr>
          </a:p>
        </p:txBody>
      </p:sp>
      <p:pic>
        <p:nvPicPr>
          <p:cNvPr id="15" name="图片 14"/>
          <p:cNvPicPr>
            <a:picLocks noChangeAspect="1"/>
          </p:cNvPicPr>
          <p:nvPr/>
        </p:nvPicPr>
        <p:blipFill>
          <a:blip r:embed="rId4"/>
          <a:stretch>
            <a:fillRect/>
          </a:stretch>
        </p:blipFill>
        <p:spPr>
          <a:xfrm>
            <a:off x="0" y="1044058"/>
            <a:ext cx="12192000" cy="5618140"/>
          </a:xfrm>
          <a:prstGeom prst="rect">
            <a:avLst/>
          </a:prstGeom>
        </p:spPr>
      </p:pic>
      <p:cxnSp>
        <p:nvCxnSpPr>
          <p:cNvPr id="9" name="连接符: 曲线 48"/>
          <p:cNvCxnSpPr/>
          <p:nvPr>
            <p:custDataLst>
              <p:tags r:id="rId5"/>
            </p:custDataLst>
          </p:nvPr>
        </p:nvCxnSpPr>
        <p:spPr>
          <a:xfrm flipV="1">
            <a:off x="4455886" y="766763"/>
            <a:ext cx="2198914" cy="710222"/>
          </a:xfrm>
          <a:prstGeom prst="curvedConnector3">
            <a:avLst>
              <a:gd name="adj1" fmla="val 50000"/>
            </a:avLst>
          </a:prstGeom>
          <a:ln w="19050" cap="flat" cmpd="sng" algn="ctr">
            <a:solidFill>
              <a:schemeClr val="accent2"/>
            </a:solidFill>
            <a:prstDash val="dash"/>
            <a:round/>
            <a:headEnd type="oval" w="lg" len="lg"/>
            <a:tailEnd type="triangle" w="lg" len="lg"/>
          </a:ln>
        </p:spPr>
        <p:style>
          <a:lnRef idx="0">
            <a:scrgbClr r="0" g="0" b="0"/>
          </a:lnRef>
          <a:fillRef idx="0">
            <a:scrgbClr r="0" g="0" b="0"/>
          </a:fillRef>
          <a:effectRef idx="0">
            <a:scrgbClr r="0" g="0" b="0"/>
          </a:effectRef>
          <a:fontRef idx="minor">
            <a:schemeClr val="tx1"/>
          </a:fontRef>
        </p:style>
      </p:cxnSp>
      <p:sp>
        <p:nvSpPr>
          <p:cNvPr id="11" name="文本框 10"/>
          <p:cNvSpPr txBox="1"/>
          <p:nvPr/>
        </p:nvSpPr>
        <p:spPr>
          <a:xfrm>
            <a:off x="6553200" y="470242"/>
            <a:ext cx="4379283" cy="115685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600" dirty="0">
                <a:solidFill>
                  <a:schemeClr val="tx1">
                    <a:lumMod val="50000"/>
                    <a:lumOff val="50000"/>
                  </a:schemeClr>
                </a:solidFill>
                <a:latin typeface="微软雅黑" panose="020B0503020204020204" charset="-122"/>
                <a:ea typeface="微软雅黑" panose="020B0503020204020204" charset="-122"/>
              </a:rPr>
              <a:t>用于选择日期</a:t>
            </a:r>
            <a:r>
              <a:rPr lang="en-US" altLang="zh-CN" sz="1600" dirty="0">
                <a:solidFill>
                  <a:schemeClr val="tx1">
                    <a:lumMod val="50000"/>
                    <a:lumOff val="50000"/>
                  </a:schemeClr>
                </a:solidFill>
                <a:latin typeface="微软雅黑" panose="020B0503020204020204" charset="-122"/>
                <a:ea typeface="微软雅黑" panose="020B0503020204020204" charset="-122"/>
              </a:rPr>
              <a:t>/</a:t>
            </a:r>
            <a:r>
              <a:rPr lang="zh-CN" altLang="en-US" sz="1600" dirty="0">
                <a:solidFill>
                  <a:schemeClr val="tx1">
                    <a:lumMod val="50000"/>
                    <a:lumOff val="50000"/>
                  </a:schemeClr>
                </a:solidFill>
                <a:latin typeface="微软雅黑" panose="020B0503020204020204" charset="-122"/>
                <a:ea typeface="微软雅黑" panose="020B0503020204020204" charset="-122"/>
              </a:rPr>
              <a:t>时间、日期</a:t>
            </a:r>
            <a:r>
              <a:rPr lang="en-US" altLang="zh-CN" sz="1600" dirty="0">
                <a:solidFill>
                  <a:schemeClr val="tx1">
                    <a:lumMod val="50000"/>
                    <a:lumOff val="50000"/>
                  </a:schemeClr>
                </a:solidFill>
                <a:latin typeface="微软雅黑" panose="020B0503020204020204" charset="-122"/>
                <a:ea typeface="微软雅黑" panose="020B0503020204020204" charset="-122"/>
              </a:rPr>
              <a:t>/</a:t>
            </a:r>
            <a:r>
              <a:rPr lang="zh-CN" altLang="en-US" sz="1600" dirty="0">
                <a:solidFill>
                  <a:schemeClr val="tx1">
                    <a:lumMod val="50000"/>
                    <a:lumOff val="50000"/>
                  </a:schemeClr>
                </a:solidFill>
                <a:latin typeface="微软雅黑" panose="020B0503020204020204" charset="-122"/>
                <a:ea typeface="微软雅黑" panose="020B0503020204020204" charset="-122"/>
              </a:rPr>
              <a:t>时间区间。唤起样式通常是</a:t>
            </a:r>
            <a:r>
              <a:rPr lang="en-US" altLang="zh-CN" sz="1600" dirty="0">
                <a:solidFill>
                  <a:schemeClr val="tx1">
                    <a:lumMod val="50000"/>
                    <a:lumOff val="50000"/>
                  </a:schemeClr>
                </a:solidFill>
                <a:latin typeface="微软雅黑" panose="020B0503020204020204" charset="-122"/>
                <a:ea typeface="微软雅黑" panose="020B0503020204020204" charset="-122"/>
              </a:rPr>
              <a:t>input</a:t>
            </a:r>
            <a:r>
              <a:rPr lang="zh-CN" altLang="en-US" sz="1600" dirty="0">
                <a:solidFill>
                  <a:schemeClr val="tx1">
                    <a:lumMod val="50000"/>
                    <a:lumOff val="50000"/>
                  </a:schemeClr>
                </a:solidFill>
                <a:latin typeface="微软雅黑" panose="020B0503020204020204" charset="-122"/>
                <a:ea typeface="微软雅黑" panose="020B0503020204020204" charset="-122"/>
              </a:rPr>
              <a:t>组件，在弹出日期面板进行选择。</a:t>
            </a:r>
            <a:endParaRPr lang="zh-CN" altLang="en-US" sz="1600" dirty="0">
              <a:solidFill>
                <a:schemeClr val="tx1">
                  <a:lumMod val="50000"/>
                  <a:lumOff val="50000"/>
                </a:schemeClr>
              </a:solidFill>
              <a:latin typeface="微软雅黑" panose="020B0503020204020204" charset="-122"/>
              <a:ea typeface="微软雅黑" panose="020B050302020402020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1"/>
          <p:cNvGrpSpPr/>
          <p:nvPr/>
        </p:nvGrpSpPr>
        <p:grpSpPr bwMode="auto">
          <a:xfrm>
            <a:off x="10701338" y="0"/>
            <a:ext cx="766762" cy="766763"/>
            <a:chOff x="11522" y="1262"/>
            <a:chExt cx="1864" cy="1864"/>
          </a:xfrm>
        </p:grpSpPr>
        <p:sp>
          <p:nvSpPr>
            <p:cNvPr id="5" name="矩形 4"/>
            <p:cNvSpPr/>
            <p:nvPr userDrawn="1">
              <p:custDataLst>
                <p:tags r:id="rId1"/>
              </p:custDataLst>
            </p:nvPr>
          </p:nvSpPr>
          <p:spPr>
            <a:xfrm>
              <a:off x="11522" y="1262"/>
              <a:ext cx="1864" cy="1864"/>
            </a:xfrm>
            <a:prstGeom prst="rect">
              <a:avLst/>
            </a:prstGeom>
            <a:solidFill>
              <a:srgbClr val="004EA2"/>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anchor="ctr"/>
            <a:lstStyle/>
            <a:p>
              <a:pPr algn="ctr" fontAlgn="auto"/>
              <a:endParaRPr lang="zh-CN" altLang="en-US" noProof="1"/>
            </a:p>
          </p:txBody>
        </p:sp>
        <p:pic>
          <p:nvPicPr>
            <p:cNvPr id="7" name="图片 7"/>
            <p:cNvPicPr>
              <a:picLocks noGrp="1" noChangeAspect="1" noChangeArrowheads="1"/>
            </p:cNvPicPr>
            <p:nvPr>
              <p:custDataLst>
                <p:tags r:id="rId2"/>
              </p:custDataLst>
            </p:nvPr>
          </p:nvPicPr>
          <p:blipFill>
            <a:blip r:embed="rId3">
              <a:extLst>
                <a:ext uri="{28A0092B-C50C-407E-A947-70E740481C1C}">
                  <a14:useLocalDpi xmlns:a14="http://schemas.microsoft.com/office/drawing/2010/main" val="0"/>
                </a:ext>
              </a:extLst>
            </a:blip>
            <a:srcRect/>
            <a:stretch>
              <a:fillRect/>
            </a:stretch>
          </p:blipFill>
          <p:spPr bwMode="auto">
            <a:xfrm>
              <a:off x="11750" y="1490"/>
              <a:ext cx="1408" cy="1408"/>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文本框 1"/>
          <p:cNvSpPr txBox="1"/>
          <p:nvPr/>
        </p:nvSpPr>
        <p:spPr>
          <a:xfrm>
            <a:off x="1222374" y="502085"/>
            <a:ext cx="879891" cy="460375"/>
          </a:xfrm>
          <a:prstGeom prst="rect">
            <a:avLst/>
          </a:prstGeom>
          <a:noFill/>
        </p:spPr>
        <p:txBody>
          <a:bodyPr wrap="square">
            <a:spAutoFit/>
          </a:bodyPr>
          <a:lstStyle>
            <a:defPPr>
              <a:defRPr lang="zh-CN"/>
            </a:defPPr>
            <a:lvl1pPr>
              <a:defRPr sz="15000">
                <a:gradFill flip="none" rotWithShape="1">
                  <a:gsLst>
                    <a:gs pos="23000">
                      <a:srgbClr val="C0DBD2"/>
                    </a:gs>
                    <a:gs pos="86239">
                      <a:srgbClr val="A6CFC9"/>
                    </a:gs>
                    <a:gs pos="47000">
                      <a:srgbClr val="7AA99E"/>
                    </a:gs>
                  </a:gsLst>
                  <a:lin ang="2700000" scaled="1"/>
                  <a:tileRect/>
                </a:gradFill>
                <a:latin typeface="Aa武道家" pitchFamily="18" charset="-122"/>
                <a:ea typeface="Aa武道家" pitchFamily="18" charset="-122"/>
              </a:defRPr>
            </a:lvl1pPr>
          </a:lstStyle>
          <a:p>
            <a:pPr eaLnBrk="1" fontAlgn="auto" hangingPunct="1">
              <a:defRPr/>
            </a:pPr>
            <a:r>
              <a:rPr lang="en-US" altLang="zh-CN" sz="2400" b="1" kern="0" noProof="1">
                <a:solidFill>
                  <a:srgbClr val="004EA2"/>
                </a:solidFill>
                <a:latin typeface="Arial" panose="020B0604020202020204" pitchFamily="34" charset="0"/>
                <a:ea typeface="微软雅黑" panose="020B0503020204020204" charset="-122"/>
                <a:cs typeface="Arial" panose="020B0604020202020204" pitchFamily="34" charset="0"/>
                <a:sym typeface="Arial" panose="020B0604020202020204" pitchFamily="34" charset="0"/>
              </a:rPr>
              <a:t>2.15</a:t>
            </a:r>
            <a:endParaRPr lang="en-US" altLang="zh-CN" sz="2400" b="1" kern="0" noProof="1">
              <a:solidFill>
                <a:srgbClr val="004EA2"/>
              </a:solidFill>
              <a:latin typeface="微软雅黑" panose="020B0503020204020204" charset="-122"/>
              <a:ea typeface="微软雅黑" panose="020B0503020204020204" charset="-122"/>
              <a:sym typeface="Arial" panose="020B0604020202020204" pitchFamily="34" charset="0"/>
            </a:endParaRPr>
          </a:p>
        </p:txBody>
      </p:sp>
      <p:sp>
        <p:nvSpPr>
          <p:cNvPr id="6" name="矩形 8"/>
          <p:cNvSpPr/>
          <p:nvPr/>
        </p:nvSpPr>
        <p:spPr bwMode="auto">
          <a:xfrm>
            <a:off x="2160000" y="470242"/>
            <a:ext cx="5051425" cy="497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20000"/>
              </a:lnSpc>
            </a:pPr>
            <a:r>
              <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rPr>
              <a:t>标签页</a:t>
            </a:r>
            <a:endPar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endParaRPr>
          </a:p>
        </p:txBody>
      </p:sp>
      <p:sp>
        <p:nvSpPr>
          <p:cNvPr id="3" name="矩形 11"/>
          <p:cNvSpPr/>
          <p:nvPr/>
        </p:nvSpPr>
        <p:spPr bwMode="auto">
          <a:xfrm>
            <a:off x="2160442" y="99159"/>
            <a:ext cx="1282670" cy="430374"/>
          </a:xfrm>
          <a:prstGeom prst="rect">
            <a:avLst/>
          </a:prstGeom>
          <a:grp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pPr>
            <a:r>
              <a:rPr lang="zh-CN" altLang="en-US" sz="2000" b="1" kern="0" dirty="0">
                <a:solidFill>
                  <a:srgbClr val="FFFFFF">
                    <a:lumMod val="65000"/>
                  </a:srgbClr>
                </a:solidFill>
                <a:latin typeface="微软雅黑" panose="020B0503020204020204" charset="-122"/>
                <a:ea typeface="微软雅黑" panose="020B0503020204020204" charset="-122"/>
                <a:cs typeface="微软雅黑" panose="020B0503020204020204" charset="-122"/>
              </a:rPr>
              <a:t>组件要求</a:t>
            </a:r>
            <a:endParaRPr kumimoji="0" lang="zh-CN" altLang="en-US" sz="2000" b="1" i="0" u="none" strike="noStrike" kern="0" cap="none" spc="0" normalizeH="0" baseline="0" noProof="0" dirty="0">
              <a:ln>
                <a:noFill/>
              </a:ln>
              <a:solidFill>
                <a:srgbClr val="FFFFFF">
                  <a:lumMod val="65000"/>
                </a:srgbClr>
              </a:solidFill>
              <a:effectLst/>
              <a:uLnTx/>
              <a:uFillTx/>
              <a:latin typeface="微软雅黑" panose="020B0503020204020204" charset="-122"/>
              <a:ea typeface="微软雅黑" panose="020B0503020204020204" charset="-122"/>
              <a:cs typeface="微软雅黑" panose="020B0503020204020204" charset="-122"/>
            </a:endParaRPr>
          </a:p>
        </p:txBody>
      </p:sp>
      <p:pic>
        <p:nvPicPr>
          <p:cNvPr id="9" name="图片 8"/>
          <p:cNvPicPr>
            <a:picLocks noChangeAspect="1"/>
          </p:cNvPicPr>
          <p:nvPr/>
        </p:nvPicPr>
        <p:blipFill>
          <a:blip r:embed="rId4"/>
          <a:stretch>
            <a:fillRect/>
          </a:stretch>
        </p:blipFill>
        <p:spPr>
          <a:xfrm>
            <a:off x="2801777" y="1131084"/>
            <a:ext cx="6208004" cy="5726916"/>
          </a:xfrm>
          <a:prstGeom prst="rect">
            <a:avLst/>
          </a:prstGeom>
        </p:spPr>
      </p:pic>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1"/>
          <a:stretch>
            <a:fillRect/>
          </a:stretch>
        </p:blipFill>
        <p:spPr>
          <a:xfrm>
            <a:off x="55689" y="1339282"/>
            <a:ext cx="6040311" cy="3478765"/>
          </a:xfrm>
          <a:prstGeom prst="rect">
            <a:avLst/>
          </a:prstGeom>
        </p:spPr>
      </p:pic>
      <p:grpSp>
        <p:nvGrpSpPr>
          <p:cNvPr id="4" name="组合 1"/>
          <p:cNvGrpSpPr/>
          <p:nvPr/>
        </p:nvGrpSpPr>
        <p:grpSpPr bwMode="auto">
          <a:xfrm>
            <a:off x="10701338" y="0"/>
            <a:ext cx="766762" cy="766763"/>
            <a:chOff x="11522" y="1262"/>
            <a:chExt cx="1864" cy="1864"/>
          </a:xfrm>
        </p:grpSpPr>
        <p:sp>
          <p:nvSpPr>
            <p:cNvPr id="5" name="矩形 4"/>
            <p:cNvSpPr/>
            <p:nvPr userDrawn="1">
              <p:custDataLst>
                <p:tags r:id="rId2"/>
              </p:custDataLst>
            </p:nvPr>
          </p:nvSpPr>
          <p:spPr>
            <a:xfrm>
              <a:off x="11522" y="1262"/>
              <a:ext cx="1864" cy="1864"/>
            </a:xfrm>
            <a:prstGeom prst="rect">
              <a:avLst/>
            </a:prstGeom>
            <a:solidFill>
              <a:srgbClr val="004EA2"/>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anchor="ctr"/>
            <a:lstStyle/>
            <a:p>
              <a:pPr algn="ctr" fontAlgn="auto"/>
              <a:endParaRPr lang="zh-CN" altLang="en-US" noProof="1"/>
            </a:p>
          </p:txBody>
        </p:sp>
        <p:pic>
          <p:nvPicPr>
            <p:cNvPr id="7" name="图片 7"/>
            <p:cNvPicPr>
              <a:picLocks noGrp="1" noChangeAspect="1" noChangeArrowheads="1"/>
            </p:cNvPicPr>
            <p:nvPr>
              <p:custDataLst>
                <p:tags r:id="rId3"/>
              </p:custDataLst>
            </p:nvPr>
          </p:nvPicPr>
          <p:blipFill>
            <a:blip r:embed="rId4">
              <a:extLst>
                <a:ext uri="{28A0092B-C50C-407E-A947-70E740481C1C}">
                  <a14:useLocalDpi xmlns:a14="http://schemas.microsoft.com/office/drawing/2010/main" val="0"/>
                </a:ext>
              </a:extLst>
            </a:blip>
            <a:srcRect/>
            <a:stretch>
              <a:fillRect/>
            </a:stretch>
          </p:blipFill>
          <p:spPr bwMode="auto">
            <a:xfrm>
              <a:off x="11750" y="1490"/>
              <a:ext cx="1408" cy="1408"/>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文本框 1"/>
          <p:cNvSpPr txBox="1"/>
          <p:nvPr/>
        </p:nvSpPr>
        <p:spPr>
          <a:xfrm>
            <a:off x="1222374" y="502085"/>
            <a:ext cx="879891" cy="460375"/>
          </a:xfrm>
          <a:prstGeom prst="rect">
            <a:avLst/>
          </a:prstGeom>
          <a:noFill/>
        </p:spPr>
        <p:txBody>
          <a:bodyPr wrap="square">
            <a:spAutoFit/>
          </a:bodyPr>
          <a:lstStyle>
            <a:defPPr>
              <a:defRPr lang="zh-CN"/>
            </a:defPPr>
            <a:lvl1pPr>
              <a:defRPr sz="15000">
                <a:gradFill flip="none" rotWithShape="1">
                  <a:gsLst>
                    <a:gs pos="23000">
                      <a:srgbClr val="C0DBD2"/>
                    </a:gs>
                    <a:gs pos="86239">
                      <a:srgbClr val="A6CFC9"/>
                    </a:gs>
                    <a:gs pos="47000">
                      <a:srgbClr val="7AA99E"/>
                    </a:gs>
                  </a:gsLst>
                  <a:lin ang="2700000" scaled="1"/>
                  <a:tileRect/>
                </a:gradFill>
                <a:latin typeface="Aa武道家" pitchFamily="18" charset="-122"/>
                <a:ea typeface="Aa武道家" pitchFamily="18" charset="-122"/>
              </a:defRPr>
            </a:lvl1pPr>
          </a:lstStyle>
          <a:p>
            <a:pPr eaLnBrk="1" fontAlgn="auto" hangingPunct="1">
              <a:defRPr/>
            </a:pPr>
            <a:r>
              <a:rPr lang="en-US" altLang="zh-CN" sz="2400" b="1" kern="0" noProof="1">
                <a:solidFill>
                  <a:srgbClr val="004EA2"/>
                </a:solidFill>
                <a:latin typeface="Arial" panose="020B0604020202020204" pitchFamily="34" charset="0"/>
                <a:ea typeface="微软雅黑" panose="020B0503020204020204" charset="-122"/>
                <a:cs typeface="Arial" panose="020B0604020202020204" pitchFamily="34" charset="0"/>
                <a:sym typeface="Arial" panose="020B0604020202020204" pitchFamily="34" charset="0"/>
              </a:rPr>
              <a:t>2.16</a:t>
            </a:r>
            <a:endParaRPr lang="en-US" altLang="zh-CN" sz="2400" b="1" kern="0" noProof="1">
              <a:solidFill>
                <a:srgbClr val="004EA2"/>
              </a:solidFill>
              <a:latin typeface="微软雅黑" panose="020B0503020204020204" charset="-122"/>
              <a:ea typeface="微软雅黑" panose="020B0503020204020204" charset="-122"/>
              <a:sym typeface="Arial" panose="020B0604020202020204" pitchFamily="34" charset="0"/>
            </a:endParaRPr>
          </a:p>
        </p:txBody>
      </p:sp>
      <p:sp>
        <p:nvSpPr>
          <p:cNvPr id="6" name="矩形 8"/>
          <p:cNvSpPr/>
          <p:nvPr/>
        </p:nvSpPr>
        <p:spPr bwMode="auto">
          <a:xfrm>
            <a:off x="2160000" y="470242"/>
            <a:ext cx="5051425" cy="497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20000"/>
              </a:lnSpc>
            </a:pPr>
            <a:r>
              <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rPr>
              <a:t>反馈提示</a:t>
            </a:r>
            <a:endPar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endParaRPr>
          </a:p>
        </p:txBody>
      </p:sp>
      <p:sp>
        <p:nvSpPr>
          <p:cNvPr id="3" name="矩形 11"/>
          <p:cNvSpPr/>
          <p:nvPr/>
        </p:nvSpPr>
        <p:spPr bwMode="auto">
          <a:xfrm>
            <a:off x="2160442" y="99159"/>
            <a:ext cx="1282670" cy="430374"/>
          </a:xfrm>
          <a:prstGeom prst="rect">
            <a:avLst/>
          </a:prstGeom>
          <a:grp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pPr>
            <a:r>
              <a:rPr lang="zh-CN" altLang="en-US" sz="2000" b="1" kern="0" dirty="0">
                <a:solidFill>
                  <a:srgbClr val="FFFFFF">
                    <a:lumMod val="65000"/>
                  </a:srgbClr>
                </a:solidFill>
                <a:latin typeface="微软雅黑" panose="020B0503020204020204" charset="-122"/>
                <a:ea typeface="微软雅黑" panose="020B0503020204020204" charset="-122"/>
                <a:cs typeface="微软雅黑" panose="020B0503020204020204" charset="-122"/>
              </a:rPr>
              <a:t>组件要求</a:t>
            </a:r>
            <a:endParaRPr kumimoji="0" lang="zh-CN" altLang="en-US" sz="2000" b="1" i="0" u="none" strike="noStrike" kern="0" cap="none" spc="0" normalizeH="0" baseline="0" noProof="0" dirty="0">
              <a:ln>
                <a:noFill/>
              </a:ln>
              <a:solidFill>
                <a:srgbClr val="FFFFFF">
                  <a:lumMod val="65000"/>
                </a:srgbClr>
              </a:solidFill>
              <a:effectLst/>
              <a:uLnTx/>
              <a:uFillTx/>
              <a:latin typeface="微软雅黑" panose="020B0503020204020204" charset="-122"/>
              <a:ea typeface="微软雅黑" panose="020B0503020204020204" charset="-122"/>
              <a:cs typeface="微软雅黑" panose="020B0503020204020204" charset="-122"/>
            </a:endParaRPr>
          </a:p>
        </p:txBody>
      </p:sp>
      <p:sp>
        <p:nvSpPr>
          <p:cNvPr id="8" name="文本框 7"/>
          <p:cNvSpPr txBox="1"/>
          <p:nvPr/>
        </p:nvSpPr>
        <p:spPr>
          <a:xfrm>
            <a:off x="6210302" y="860552"/>
            <a:ext cx="5810775" cy="5373394"/>
          </a:xfrm>
          <a:prstGeom prst="rect">
            <a:avLst/>
          </a:prstGeom>
          <a:noFill/>
        </p:spPr>
        <p:txBody>
          <a:bodyPr wrap="square" rtlCol="0">
            <a:spAutoFit/>
          </a:bodyPr>
          <a:lstStyle/>
          <a:p>
            <a:pPr>
              <a:lnSpc>
                <a:spcPts val="2400"/>
              </a:lnSpc>
              <a:spcAft>
                <a:spcPts val="600"/>
              </a:spcAft>
            </a:pPr>
            <a:r>
              <a:rPr lang="zh-CN" altLang="en-US" b="1" dirty="0">
                <a:solidFill>
                  <a:schemeClr val="accent2"/>
                </a:solidFill>
                <a:latin typeface="微软雅黑" panose="020B0503020204020204" charset="-122"/>
                <a:ea typeface="微软雅黑" panose="020B0503020204020204" charset="-122"/>
              </a:rPr>
              <a:t>警示提示在页面中的位置及使用场景</a:t>
            </a:r>
            <a:endParaRPr lang="en-US" altLang="zh-CN" b="1" dirty="0">
              <a:solidFill>
                <a:schemeClr val="accent2"/>
              </a:solidFill>
              <a:latin typeface="微软雅黑" panose="020B0503020204020204" charset="-122"/>
              <a:ea typeface="微软雅黑" panose="020B0503020204020204" charset="-122"/>
            </a:endParaRPr>
          </a:p>
          <a:p>
            <a:pPr marL="285750" indent="-285750">
              <a:lnSpc>
                <a:spcPts val="2400"/>
              </a:lnSpc>
              <a:spcAft>
                <a:spcPts val="600"/>
              </a:spcAft>
              <a:buFont typeface="Arial" panose="020B0604020202020204" pitchFamily="34" charset="0"/>
              <a:buChar char="•"/>
            </a:pPr>
            <a:r>
              <a:rPr lang="zh-CN" altLang="en-US" sz="1600" dirty="0">
                <a:solidFill>
                  <a:schemeClr val="tx1">
                    <a:lumMod val="50000"/>
                    <a:lumOff val="50000"/>
                  </a:schemeClr>
                </a:solidFill>
                <a:latin typeface="微软雅黑" panose="020B0503020204020204" charset="-122"/>
                <a:ea typeface="微软雅黑" panose="020B0503020204020204" charset="-122"/>
              </a:rPr>
              <a:t>高危不可逆操作二次确认（最常用）页面触发删除、清空、注销、下线等无法撤回的动作时，强制弹窗警示，防止误触。举例：删除数据、删除附件、批量清除收藏数据</a:t>
            </a:r>
            <a:endParaRPr lang="en-US" altLang="zh-CN" sz="1600" dirty="0">
              <a:solidFill>
                <a:schemeClr val="tx1">
                  <a:lumMod val="50000"/>
                  <a:lumOff val="50000"/>
                </a:schemeClr>
              </a:solidFill>
              <a:latin typeface="微软雅黑" panose="020B0503020204020204" charset="-122"/>
              <a:ea typeface="微软雅黑" panose="020B0503020204020204" charset="-122"/>
            </a:endParaRPr>
          </a:p>
          <a:p>
            <a:pPr marL="285750" indent="-285750">
              <a:lnSpc>
                <a:spcPts val="2400"/>
              </a:lnSpc>
              <a:spcAft>
                <a:spcPts val="600"/>
              </a:spcAft>
              <a:buFont typeface="Arial" panose="020B0604020202020204" pitchFamily="34" charset="0"/>
              <a:buChar char="•"/>
            </a:pPr>
            <a:r>
              <a:rPr lang="zh-CN" altLang="en-US" sz="1600" dirty="0">
                <a:solidFill>
                  <a:schemeClr val="tx1">
                    <a:lumMod val="50000"/>
                    <a:lumOff val="50000"/>
                  </a:schemeClr>
                </a:solidFill>
                <a:latin typeface="微软雅黑" panose="020B0503020204020204" charset="-122"/>
                <a:ea typeface="微软雅黑" panose="020B0503020204020204" charset="-122"/>
              </a:rPr>
              <a:t>系统 </a:t>
            </a:r>
            <a:r>
              <a:rPr lang="en-US" altLang="zh-CN" sz="1600" dirty="0">
                <a:solidFill>
                  <a:schemeClr val="tx1">
                    <a:lumMod val="50000"/>
                    <a:lumOff val="50000"/>
                  </a:schemeClr>
                </a:solidFill>
                <a:latin typeface="微软雅黑" panose="020B0503020204020204" charset="-122"/>
                <a:ea typeface="微软雅黑" panose="020B0503020204020204" charset="-122"/>
              </a:rPr>
              <a:t>/ </a:t>
            </a:r>
            <a:r>
              <a:rPr lang="zh-CN" altLang="en-US" sz="1600" dirty="0">
                <a:solidFill>
                  <a:schemeClr val="tx1">
                    <a:lumMod val="50000"/>
                    <a:lumOff val="50000"/>
                  </a:schemeClr>
                </a:solidFill>
                <a:latin typeface="微软雅黑" panose="020B0503020204020204" charset="-122"/>
                <a:ea typeface="微软雅黑" panose="020B0503020204020204" charset="-122"/>
              </a:rPr>
              <a:t>数据严重异常阻断状态页面加载 </a:t>
            </a:r>
            <a:r>
              <a:rPr lang="en-US" altLang="zh-CN" sz="1600" dirty="0">
                <a:solidFill>
                  <a:schemeClr val="tx1">
                    <a:lumMod val="50000"/>
                    <a:lumOff val="50000"/>
                  </a:schemeClr>
                </a:solidFill>
                <a:latin typeface="微软雅黑" panose="020B0503020204020204" charset="-122"/>
                <a:ea typeface="微软雅黑" panose="020B0503020204020204" charset="-122"/>
              </a:rPr>
              <a:t>/ </a:t>
            </a:r>
            <a:r>
              <a:rPr lang="zh-CN" altLang="en-US" sz="1600" dirty="0">
                <a:solidFill>
                  <a:schemeClr val="tx1">
                    <a:lumMod val="50000"/>
                    <a:lumOff val="50000"/>
                  </a:schemeClr>
                </a:solidFill>
                <a:latin typeface="微软雅黑" panose="020B0503020204020204" charset="-122"/>
                <a:ea typeface="微软雅黑" panose="020B0503020204020204" charset="-122"/>
              </a:rPr>
              <a:t>操作后出现致命错误，无法继续流程，必须弹窗醒目告知故障，禁止后续操作。举例：系统断开、数据加载失败、权限校验失效禁止访问</a:t>
            </a:r>
            <a:endParaRPr lang="en-US" altLang="zh-CN" sz="1600" dirty="0">
              <a:solidFill>
                <a:schemeClr val="tx1">
                  <a:lumMod val="50000"/>
                  <a:lumOff val="50000"/>
                </a:schemeClr>
              </a:solidFill>
              <a:latin typeface="微软雅黑" panose="020B0503020204020204" charset="-122"/>
              <a:ea typeface="微软雅黑" panose="020B0503020204020204" charset="-122"/>
            </a:endParaRPr>
          </a:p>
          <a:p>
            <a:pPr marL="285750" indent="-285750">
              <a:lnSpc>
                <a:spcPts val="2400"/>
              </a:lnSpc>
              <a:spcAft>
                <a:spcPts val="600"/>
              </a:spcAft>
              <a:buFont typeface="Arial" panose="020B0604020202020204" pitchFamily="34" charset="0"/>
              <a:buChar char="•"/>
            </a:pPr>
            <a:r>
              <a:rPr lang="zh-CN" altLang="en-US" sz="1600" dirty="0">
                <a:solidFill>
                  <a:schemeClr val="tx1">
                    <a:lumMod val="50000"/>
                    <a:lumOff val="50000"/>
                  </a:schemeClr>
                </a:solidFill>
                <a:latin typeface="微软雅黑" panose="020B0503020204020204" charset="-122"/>
                <a:ea typeface="微软雅黑" panose="020B0503020204020204" charset="-122"/>
              </a:rPr>
              <a:t>合规 </a:t>
            </a:r>
            <a:r>
              <a:rPr lang="en-US" altLang="zh-CN" sz="1600" dirty="0">
                <a:solidFill>
                  <a:schemeClr val="tx1">
                    <a:lumMod val="50000"/>
                    <a:lumOff val="50000"/>
                  </a:schemeClr>
                </a:solidFill>
                <a:latin typeface="微软雅黑" panose="020B0503020204020204" charset="-122"/>
                <a:ea typeface="微软雅黑" panose="020B0503020204020204" charset="-122"/>
              </a:rPr>
              <a:t>/ </a:t>
            </a:r>
            <a:r>
              <a:rPr lang="zh-CN" altLang="en-US" sz="1600" dirty="0">
                <a:solidFill>
                  <a:schemeClr val="tx1">
                    <a:lumMod val="50000"/>
                    <a:lumOff val="50000"/>
                  </a:schemeClr>
                </a:solidFill>
                <a:latin typeface="微软雅黑" panose="020B0503020204020204" charset="-122"/>
                <a:ea typeface="微软雅黑" panose="020B0503020204020204" charset="-122"/>
              </a:rPr>
              <a:t>权限强拦截禁止状态用户无高级权限、超出操作阈值，直接弹窗拦截并说明原因，无操作入口。举例：非管理员操作管理员功能、金额过大超过阈值</a:t>
            </a:r>
            <a:endParaRPr lang="en-US" altLang="zh-CN" sz="1600" dirty="0">
              <a:solidFill>
                <a:schemeClr val="tx1">
                  <a:lumMod val="50000"/>
                  <a:lumOff val="50000"/>
                </a:schemeClr>
              </a:solidFill>
              <a:latin typeface="微软雅黑" panose="020B0503020204020204" charset="-122"/>
              <a:ea typeface="微软雅黑" panose="020B0503020204020204" charset="-122"/>
            </a:endParaRPr>
          </a:p>
          <a:p>
            <a:pPr marL="285750" indent="-285750">
              <a:lnSpc>
                <a:spcPts val="2400"/>
              </a:lnSpc>
              <a:spcAft>
                <a:spcPts val="600"/>
              </a:spcAft>
              <a:buFont typeface="Arial" panose="020B0604020202020204" pitchFamily="34" charset="0"/>
              <a:buChar char="•"/>
            </a:pPr>
            <a:r>
              <a:rPr lang="zh-CN" altLang="en-US" sz="1600" dirty="0">
                <a:solidFill>
                  <a:schemeClr val="tx1">
                    <a:lumMod val="50000"/>
                    <a:lumOff val="50000"/>
                  </a:schemeClr>
                </a:solidFill>
                <a:latin typeface="微软雅黑" panose="020B0503020204020204" charset="-122"/>
                <a:ea typeface="微软雅黑" panose="020B0503020204020204" charset="-122"/>
              </a:rPr>
              <a:t>超时 </a:t>
            </a:r>
            <a:r>
              <a:rPr lang="en-US" altLang="zh-CN" sz="1600" dirty="0">
                <a:solidFill>
                  <a:schemeClr val="tx1">
                    <a:lumMod val="50000"/>
                    <a:lumOff val="50000"/>
                  </a:schemeClr>
                </a:solidFill>
                <a:latin typeface="微软雅黑" panose="020B0503020204020204" charset="-122"/>
                <a:ea typeface="微软雅黑" panose="020B0503020204020204" charset="-122"/>
              </a:rPr>
              <a:t>/ </a:t>
            </a:r>
            <a:r>
              <a:rPr lang="zh-CN" altLang="en-US" sz="1600" dirty="0">
                <a:solidFill>
                  <a:schemeClr val="tx1">
                    <a:lumMod val="50000"/>
                    <a:lumOff val="50000"/>
                  </a:schemeClr>
                </a:solidFill>
                <a:latin typeface="微软雅黑" panose="020B0503020204020204" charset="-122"/>
                <a:ea typeface="微软雅黑" panose="020B0503020204020204" charset="-122"/>
              </a:rPr>
              <a:t>会话失效强制退出状态页面后台会话过期、账号异地登录、长时间无操作锁定，弹窗警示并强制跳转登录。举例：长时间闲置会话失效、账号异地挤下线</a:t>
            </a:r>
            <a:endParaRPr lang="en-US" altLang="zh-CN" sz="1600" dirty="0">
              <a:solidFill>
                <a:schemeClr val="tx1">
                  <a:lumMod val="50000"/>
                  <a:lumOff val="50000"/>
                </a:schemeClr>
              </a:solidFill>
              <a:latin typeface="微软雅黑" panose="020B0503020204020204" charset="-122"/>
              <a:ea typeface="微软雅黑" panose="020B0503020204020204" charset="-122"/>
            </a:endParaRPr>
          </a:p>
          <a:p>
            <a:pPr marL="285750" indent="-285750">
              <a:lnSpc>
                <a:spcPts val="2400"/>
              </a:lnSpc>
              <a:spcAft>
                <a:spcPts val="600"/>
              </a:spcAft>
              <a:buFont typeface="Arial" panose="020B0604020202020204" pitchFamily="34" charset="0"/>
              <a:buChar char="•"/>
            </a:pPr>
            <a:r>
              <a:rPr lang="zh-CN" altLang="en-US" sz="1600" dirty="0">
                <a:solidFill>
                  <a:schemeClr val="tx1">
                    <a:lumMod val="50000"/>
                    <a:lumOff val="50000"/>
                  </a:schemeClr>
                </a:solidFill>
                <a:latin typeface="微软雅黑" panose="020B0503020204020204" charset="-122"/>
                <a:ea typeface="微软雅黑" panose="020B0503020204020204" charset="-122"/>
              </a:rPr>
              <a:t>重要风险强告知免责状态无需用户操作，但必须强制阅读知晓的重大风险，不可自动消失。举例：</a:t>
            </a:r>
            <a:r>
              <a:rPr lang="en-US" altLang="zh-CN" sz="1600" dirty="0">
                <a:solidFill>
                  <a:schemeClr val="tx1">
                    <a:lumMod val="50000"/>
                    <a:lumOff val="50000"/>
                  </a:schemeClr>
                </a:solidFill>
                <a:latin typeface="微软雅黑" panose="020B0503020204020204" charset="-122"/>
                <a:ea typeface="微软雅黑" panose="020B0503020204020204" charset="-122"/>
              </a:rPr>
              <a:t>AI</a:t>
            </a:r>
            <a:r>
              <a:rPr lang="zh-CN" altLang="en-US" sz="1600" dirty="0">
                <a:solidFill>
                  <a:schemeClr val="tx1">
                    <a:lumMod val="50000"/>
                    <a:lumOff val="50000"/>
                  </a:schemeClr>
                </a:solidFill>
                <a:latin typeface="微软雅黑" panose="020B0503020204020204" charset="-122"/>
                <a:ea typeface="微软雅黑" panose="020B0503020204020204" charset="-122"/>
              </a:rPr>
              <a:t>结果仅供参考、合同条款存在风险</a:t>
            </a:r>
            <a:endParaRPr lang="zh-CN" altLang="en-US" sz="1600" dirty="0">
              <a:solidFill>
                <a:schemeClr val="tx1">
                  <a:lumMod val="50000"/>
                  <a:lumOff val="50000"/>
                </a:schemeClr>
              </a:solidFill>
              <a:latin typeface="微软雅黑" panose="020B0503020204020204" charset="-122"/>
              <a:ea typeface="微软雅黑" panose="020B0503020204020204" charset="-122"/>
            </a:endParaRPr>
          </a:p>
        </p:txBody>
      </p:sp>
      <p:cxnSp>
        <p:nvCxnSpPr>
          <p:cNvPr id="12" name="连接符: 曲线 48"/>
          <p:cNvCxnSpPr/>
          <p:nvPr>
            <p:custDataLst>
              <p:tags r:id="rId5"/>
            </p:custDataLst>
          </p:nvPr>
        </p:nvCxnSpPr>
        <p:spPr>
          <a:xfrm flipV="1">
            <a:off x="863600" y="962460"/>
            <a:ext cx="5118100" cy="491104"/>
          </a:xfrm>
          <a:prstGeom prst="curvedConnector3">
            <a:avLst>
              <a:gd name="adj1" fmla="val 50000"/>
            </a:avLst>
          </a:prstGeom>
          <a:ln w="19050" cap="flat" cmpd="sng" algn="ctr">
            <a:solidFill>
              <a:schemeClr val="accent2"/>
            </a:solidFill>
            <a:prstDash val="dash"/>
            <a:round/>
            <a:headEnd type="oval" w="lg" len="lg"/>
            <a:tailEnd type="triangle" w="lg" len="lg"/>
          </a:ln>
        </p:spPr>
        <p:style>
          <a:lnRef idx="0">
            <a:scrgbClr r="0" g="0" b="0"/>
          </a:lnRef>
          <a:fillRef idx="0">
            <a:scrgbClr r="0" g="0" b="0"/>
          </a:fillRef>
          <a:effectRef idx="0">
            <a:scrgbClr r="0" g="0" b="0"/>
          </a:effectRef>
          <a:fontRef idx="minor">
            <a:schemeClr val="tx1"/>
          </a:fontRef>
        </p:style>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1"/>
          <p:cNvGrpSpPr/>
          <p:nvPr/>
        </p:nvGrpSpPr>
        <p:grpSpPr bwMode="auto">
          <a:xfrm>
            <a:off x="10701338" y="0"/>
            <a:ext cx="766762" cy="766763"/>
            <a:chOff x="11522" y="1262"/>
            <a:chExt cx="1864" cy="1864"/>
          </a:xfrm>
        </p:grpSpPr>
        <p:sp>
          <p:nvSpPr>
            <p:cNvPr id="5" name="矩形 4"/>
            <p:cNvSpPr/>
            <p:nvPr userDrawn="1">
              <p:custDataLst>
                <p:tags r:id="rId1"/>
              </p:custDataLst>
            </p:nvPr>
          </p:nvSpPr>
          <p:spPr>
            <a:xfrm>
              <a:off x="11522" y="1262"/>
              <a:ext cx="1864" cy="1864"/>
            </a:xfrm>
            <a:prstGeom prst="rect">
              <a:avLst/>
            </a:prstGeom>
            <a:solidFill>
              <a:srgbClr val="004EA2"/>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anchor="ctr"/>
            <a:lstStyle/>
            <a:p>
              <a:pPr algn="ctr" fontAlgn="auto"/>
              <a:endParaRPr lang="zh-CN" altLang="en-US" noProof="1"/>
            </a:p>
          </p:txBody>
        </p:sp>
        <p:pic>
          <p:nvPicPr>
            <p:cNvPr id="7" name="图片 7"/>
            <p:cNvPicPr>
              <a:picLocks noGrp="1" noChangeAspect="1" noChangeArrowheads="1"/>
            </p:cNvPicPr>
            <p:nvPr>
              <p:custDataLst>
                <p:tags r:id="rId2"/>
              </p:custDataLst>
            </p:nvPr>
          </p:nvPicPr>
          <p:blipFill>
            <a:blip r:embed="rId3">
              <a:extLst>
                <a:ext uri="{28A0092B-C50C-407E-A947-70E740481C1C}">
                  <a14:useLocalDpi xmlns:a14="http://schemas.microsoft.com/office/drawing/2010/main" val="0"/>
                </a:ext>
              </a:extLst>
            </a:blip>
            <a:srcRect/>
            <a:stretch>
              <a:fillRect/>
            </a:stretch>
          </p:blipFill>
          <p:spPr bwMode="auto">
            <a:xfrm>
              <a:off x="11750" y="1490"/>
              <a:ext cx="1408" cy="1408"/>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文本框 1"/>
          <p:cNvSpPr txBox="1"/>
          <p:nvPr/>
        </p:nvSpPr>
        <p:spPr>
          <a:xfrm>
            <a:off x="1222374" y="502085"/>
            <a:ext cx="879891" cy="461665"/>
          </a:xfrm>
          <a:prstGeom prst="rect">
            <a:avLst/>
          </a:prstGeom>
          <a:noFill/>
        </p:spPr>
        <p:txBody>
          <a:bodyPr wrap="square">
            <a:spAutoFit/>
          </a:bodyPr>
          <a:lstStyle>
            <a:defPPr>
              <a:defRPr lang="zh-CN"/>
            </a:defPPr>
            <a:lvl1pPr>
              <a:defRPr sz="15000">
                <a:gradFill flip="none" rotWithShape="1">
                  <a:gsLst>
                    <a:gs pos="23000">
                      <a:srgbClr val="C0DBD2"/>
                    </a:gs>
                    <a:gs pos="86239">
                      <a:srgbClr val="A6CFC9"/>
                    </a:gs>
                    <a:gs pos="47000">
                      <a:srgbClr val="7AA99E"/>
                    </a:gs>
                  </a:gsLst>
                  <a:lin ang="2700000" scaled="1"/>
                  <a:tileRect/>
                </a:gradFill>
                <a:latin typeface="Aa武道家" pitchFamily="18" charset="-122"/>
                <a:ea typeface="Aa武道家" pitchFamily="18" charset="-122"/>
              </a:defRPr>
            </a:lvl1pPr>
          </a:lstStyle>
          <a:p>
            <a:pPr fontAlgn="auto">
              <a:defRPr/>
            </a:pPr>
            <a:r>
              <a:rPr lang="en-US" altLang="zh-CN" sz="2400" b="1" kern="0" noProof="1">
                <a:solidFill>
                  <a:srgbClr val="004EA2"/>
                </a:solidFill>
                <a:latin typeface="Arial" panose="020B0604020202020204" pitchFamily="34" charset="0"/>
                <a:ea typeface="微软雅黑" panose="020B0503020204020204" charset="-122"/>
                <a:cs typeface="Arial" panose="020B0604020202020204" pitchFamily="34" charset="0"/>
                <a:sym typeface="Arial" panose="020B0604020202020204" pitchFamily="34" charset="0"/>
              </a:rPr>
              <a:t>2.16</a:t>
            </a:r>
            <a:r>
              <a:rPr lang="en-US" altLang="zh-CN" sz="2400" b="1" kern="0" noProof="1">
                <a:solidFill>
                  <a:srgbClr val="004EA2"/>
                </a:solidFill>
                <a:latin typeface="微软雅黑" panose="020B0503020204020204" charset="-122"/>
                <a:ea typeface="微软雅黑" panose="020B0503020204020204" charset="-122"/>
                <a:sym typeface="Arial" panose="020B0604020202020204" pitchFamily="34" charset="0"/>
              </a:rPr>
              <a:t> </a:t>
            </a:r>
            <a:endParaRPr lang="en-US" altLang="zh-CN" sz="2400" b="1" kern="0" noProof="1">
              <a:solidFill>
                <a:srgbClr val="004EA2"/>
              </a:solidFill>
              <a:latin typeface="微软雅黑" panose="020B0503020204020204" charset="-122"/>
              <a:ea typeface="微软雅黑" panose="020B0503020204020204" charset="-122"/>
              <a:sym typeface="Arial" panose="020B0604020202020204" pitchFamily="34" charset="0"/>
            </a:endParaRPr>
          </a:p>
        </p:txBody>
      </p:sp>
      <p:sp>
        <p:nvSpPr>
          <p:cNvPr id="6" name="矩形 8"/>
          <p:cNvSpPr/>
          <p:nvPr/>
        </p:nvSpPr>
        <p:spPr bwMode="auto">
          <a:xfrm>
            <a:off x="2160000" y="470242"/>
            <a:ext cx="5051425" cy="497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20000"/>
              </a:lnSpc>
            </a:pPr>
            <a:r>
              <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rPr>
              <a:t>反馈提示</a:t>
            </a:r>
            <a:r>
              <a:rPr lang="en-US" altLang="zh-CN"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rPr>
              <a:t>-2</a:t>
            </a:r>
            <a:endPar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endParaRPr>
          </a:p>
        </p:txBody>
      </p:sp>
      <p:sp>
        <p:nvSpPr>
          <p:cNvPr id="3" name="矩形 11"/>
          <p:cNvSpPr/>
          <p:nvPr/>
        </p:nvSpPr>
        <p:spPr bwMode="auto">
          <a:xfrm>
            <a:off x="2160442" y="99159"/>
            <a:ext cx="1282670" cy="430374"/>
          </a:xfrm>
          <a:prstGeom prst="rect">
            <a:avLst/>
          </a:prstGeom>
          <a:grp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pPr>
            <a:r>
              <a:rPr lang="zh-CN" altLang="en-US" sz="2000" b="1" kern="0" dirty="0">
                <a:solidFill>
                  <a:srgbClr val="FFFFFF">
                    <a:lumMod val="65000"/>
                  </a:srgbClr>
                </a:solidFill>
                <a:latin typeface="微软雅黑" panose="020B0503020204020204" charset="-122"/>
                <a:ea typeface="微软雅黑" panose="020B0503020204020204" charset="-122"/>
                <a:cs typeface="微软雅黑" panose="020B0503020204020204" charset="-122"/>
              </a:rPr>
              <a:t>组件要求</a:t>
            </a:r>
            <a:endParaRPr kumimoji="0" lang="zh-CN" altLang="en-US" sz="2000" b="1" i="0" u="none" strike="noStrike" kern="0" cap="none" spc="0" normalizeH="0" baseline="0" noProof="0" dirty="0">
              <a:ln>
                <a:noFill/>
              </a:ln>
              <a:solidFill>
                <a:srgbClr val="FFFFFF">
                  <a:lumMod val="65000"/>
                </a:srgbClr>
              </a:solidFill>
              <a:effectLst/>
              <a:uLnTx/>
              <a:uFillTx/>
              <a:latin typeface="微软雅黑" panose="020B0503020204020204" charset="-122"/>
              <a:ea typeface="微软雅黑" panose="020B0503020204020204" charset="-122"/>
              <a:cs typeface="微软雅黑" panose="020B0503020204020204" charset="-122"/>
            </a:endParaRPr>
          </a:p>
        </p:txBody>
      </p:sp>
      <p:pic>
        <p:nvPicPr>
          <p:cNvPr id="12" name="图片 11"/>
          <p:cNvPicPr/>
          <p:nvPr/>
        </p:nvPicPr>
        <p:blipFill>
          <a:blip r:embed="rId4"/>
          <a:srcRect t="25093"/>
          <a:stretch>
            <a:fillRect/>
          </a:stretch>
        </p:blipFill>
        <p:spPr>
          <a:xfrm>
            <a:off x="470365" y="1531022"/>
            <a:ext cx="9965860" cy="4286277"/>
          </a:xfrm>
          <a:prstGeom prst="rect">
            <a:avLst/>
          </a:prstGeom>
        </p:spPr>
      </p:pic>
      <p:sp>
        <p:nvSpPr>
          <p:cNvPr id="8" name="文本框 7"/>
          <p:cNvSpPr txBox="1"/>
          <p:nvPr/>
        </p:nvSpPr>
        <p:spPr>
          <a:xfrm>
            <a:off x="4865306" y="1107500"/>
            <a:ext cx="6069890" cy="115685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600" dirty="0">
                <a:solidFill>
                  <a:schemeClr val="tx1">
                    <a:lumMod val="50000"/>
                    <a:lumOff val="50000"/>
                  </a:schemeClr>
                </a:solidFill>
                <a:latin typeface="微软雅黑" panose="020B0503020204020204" charset="-122"/>
                <a:ea typeface="微软雅黑" panose="020B0503020204020204" charset="-122"/>
              </a:rPr>
              <a:t>使用场景全局提示 </a:t>
            </a:r>
            <a:r>
              <a:rPr lang="en-US" altLang="zh-CN" sz="1600" dirty="0">
                <a:solidFill>
                  <a:schemeClr val="tx1">
                    <a:lumMod val="50000"/>
                    <a:lumOff val="50000"/>
                  </a:schemeClr>
                </a:solidFill>
                <a:latin typeface="微软雅黑" panose="020B0503020204020204" charset="-122"/>
                <a:ea typeface="微软雅黑" panose="020B0503020204020204" charset="-122"/>
              </a:rPr>
              <a:t>Message</a:t>
            </a:r>
            <a:r>
              <a:rPr lang="zh-CN" altLang="en-US" sz="1600" dirty="0">
                <a:solidFill>
                  <a:schemeClr val="tx1">
                    <a:lumMod val="50000"/>
                    <a:lumOff val="50000"/>
                  </a:schemeClr>
                </a:solidFill>
                <a:latin typeface="微软雅黑" panose="020B0503020204020204" charset="-122"/>
                <a:ea typeface="微软雅黑" panose="020B0503020204020204" charset="-122"/>
              </a:rPr>
              <a:t>：轻、短、自动消失、不阻断（成功</a:t>
            </a:r>
            <a:r>
              <a:rPr lang="en-US" altLang="zh-CN" sz="1600" dirty="0">
                <a:solidFill>
                  <a:schemeClr val="tx1">
                    <a:lumMod val="50000"/>
                    <a:lumOff val="50000"/>
                  </a:schemeClr>
                </a:solidFill>
                <a:latin typeface="微软雅黑" panose="020B0503020204020204" charset="-122"/>
                <a:ea typeface="微软雅黑" panose="020B0503020204020204" charset="-122"/>
              </a:rPr>
              <a:t>/</a:t>
            </a:r>
            <a:r>
              <a:rPr lang="zh-CN" altLang="en-US" sz="1600" dirty="0">
                <a:solidFill>
                  <a:schemeClr val="tx1">
                    <a:lumMod val="50000"/>
                    <a:lumOff val="50000"/>
                  </a:schemeClr>
                </a:solidFill>
                <a:latin typeface="微软雅黑" panose="020B0503020204020204" charset="-122"/>
                <a:ea typeface="微软雅黑" panose="020B0503020204020204" charset="-122"/>
              </a:rPr>
              <a:t>弱错），一句话标准：不打断用户、不强制阅读、几秒自动消失。             </a:t>
            </a:r>
            <a:endParaRPr lang="en-US" altLang="zh-CN" sz="1600" dirty="0">
              <a:solidFill>
                <a:schemeClr val="tx1">
                  <a:lumMod val="50000"/>
                  <a:lumOff val="50000"/>
                </a:schemeClr>
              </a:solidFill>
              <a:latin typeface="微软雅黑" panose="020B0503020204020204" charset="-122"/>
              <a:ea typeface="微软雅黑" panose="020B0503020204020204" charset="-122"/>
            </a:endParaRPr>
          </a:p>
        </p:txBody>
      </p:sp>
      <p:cxnSp>
        <p:nvCxnSpPr>
          <p:cNvPr id="10" name="连接符: 曲线 48"/>
          <p:cNvCxnSpPr/>
          <p:nvPr>
            <p:custDataLst>
              <p:tags r:id="rId5"/>
            </p:custDataLst>
          </p:nvPr>
        </p:nvCxnSpPr>
        <p:spPr>
          <a:xfrm flipV="1">
            <a:off x="1256804" y="1387272"/>
            <a:ext cx="3699825" cy="500439"/>
          </a:xfrm>
          <a:prstGeom prst="curvedConnector3">
            <a:avLst>
              <a:gd name="adj1" fmla="val 50000"/>
            </a:avLst>
          </a:prstGeom>
          <a:ln w="19050" cap="flat" cmpd="sng" algn="ctr">
            <a:solidFill>
              <a:schemeClr val="accent2"/>
            </a:solidFill>
            <a:prstDash val="dash"/>
            <a:round/>
            <a:headEnd type="oval" w="lg" len="lg"/>
            <a:tailEnd type="triangle" w="lg" len="lg"/>
          </a:ln>
        </p:spPr>
        <p:style>
          <a:lnRef idx="0">
            <a:scrgbClr r="0" g="0" b="0"/>
          </a:lnRef>
          <a:fillRef idx="0">
            <a:scrgbClr r="0" g="0" b="0"/>
          </a:fillRef>
          <a:effectRef idx="0">
            <a:scrgbClr r="0" g="0" b="0"/>
          </a:effectRef>
          <a:fontRef idx="minor">
            <a:schemeClr val="tx1"/>
          </a:fontRef>
        </p:style>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1"/>
          <p:cNvGrpSpPr/>
          <p:nvPr/>
        </p:nvGrpSpPr>
        <p:grpSpPr bwMode="auto">
          <a:xfrm>
            <a:off x="10701338" y="0"/>
            <a:ext cx="766762" cy="766763"/>
            <a:chOff x="11522" y="1262"/>
            <a:chExt cx="1864" cy="1864"/>
          </a:xfrm>
        </p:grpSpPr>
        <p:sp>
          <p:nvSpPr>
            <p:cNvPr id="5" name="矩形 4"/>
            <p:cNvSpPr/>
            <p:nvPr userDrawn="1">
              <p:custDataLst>
                <p:tags r:id="rId1"/>
              </p:custDataLst>
            </p:nvPr>
          </p:nvSpPr>
          <p:spPr>
            <a:xfrm>
              <a:off x="11522" y="1262"/>
              <a:ext cx="1864" cy="1864"/>
            </a:xfrm>
            <a:prstGeom prst="rect">
              <a:avLst/>
            </a:prstGeom>
            <a:solidFill>
              <a:srgbClr val="004EA2"/>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anchor="ctr"/>
            <a:lstStyle/>
            <a:p>
              <a:pPr algn="ctr" fontAlgn="auto"/>
              <a:endParaRPr lang="zh-CN" altLang="en-US" noProof="1"/>
            </a:p>
          </p:txBody>
        </p:sp>
        <p:pic>
          <p:nvPicPr>
            <p:cNvPr id="7" name="图片 7"/>
            <p:cNvPicPr>
              <a:picLocks noGrp="1" noChangeAspect="1" noChangeArrowheads="1"/>
            </p:cNvPicPr>
            <p:nvPr>
              <p:custDataLst>
                <p:tags r:id="rId2"/>
              </p:custDataLst>
            </p:nvPr>
          </p:nvPicPr>
          <p:blipFill>
            <a:blip r:embed="rId3">
              <a:extLst>
                <a:ext uri="{28A0092B-C50C-407E-A947-70E740481C1C}">
                  <a14:useLocalDpi xmlns:a14="http://schemas.microsoft.com/office/drawing/2010/main" val="0"/>
                </a:ext>
              </a:extLst>
            </a:blip>
            <a:srcRect/>
            <a:stretch>
              <a:fillRect/>
            </a:stretch>
          </p:blipFill>
          <p:spPr bwMode="auto">
            <a:xfrm>
              <a:off x="11750" y="1490"/>
              <a:ext cx="1408" cy="1408"/>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文本框 1"/>
          <p:cNvSpPr txBox="1"/>
          <p:nvPr/>
        </p:nvSpPr>
        <p:spPr>
          <a:xfrm>
            <a:off x="1222374" y="502085"/>
            <a:ext cx="879891" cy="460375"/>
          </a:xfrm>
          <a:prstGeom prst="rect">
            <a:avLst/>
          </a:prstGeom>
          <a:noFill/>
        </p:spPr>
        <p:txBody>
          <a:bodyPr wrap="square">
            <a:spAutoFit/>
          </a:bodyPr>
          <a:lstStyle>
            <a:defPPr>
              <a:defRPr lang="zh-CN"/>
            </a:defPPr>
            <a:lvl1pPr>
              <a:defRPr sz="15000">
                <a:gradFill flip="none" rotWithShape="1">
                  <a:gsLst>
                    <a:gs pos="23000">
                      <a:srgbClr val="C0DBD2"/>
                    </a:gs>
                    <a:gs pos="86239">
                      <a:srgbClr val="A6CFC9"/>
                    </a:gs>
                    <a:gs pos="47000">
                      <a:srgbClr val="7AA99E"/>
                    </a:gs>
                  </a:gsLst>
                  <a:lin ang="2700000" scaled="1"/>
                  <a:tileRect/>
                </a:gradFill>
                <a:latin typeface="Aa武道家" pitchFamily="18" charset="-122"/>
                <a:ea typeface="Aa武道家" pitchFamily="18" charset="-122"/>
              </a:defRPr>
            </a:lvl1pPr>
          </a:lstStyle>
          <a:p>
            <a:pPr eaLnBrk="1" fontAlgn="auto" hangingPunct="1">
              <a:defRPr/>
            </a:pPr>
            <a:r>
              <a:rPr lang="en-US" altLang="zh-CN" sz="2400" b="1" kern="0" noProof="1">
                <a:solidFill>
                  <a:srgbClr val="004EA2"/>
                </a:solidFill>
                <a:latin typeface="Arial" panose="020B0604020202020204" pitchFamily="34" charset="0"/>
                <a:ea typeface="微软雅黑" panose="020B0503020204020204" charset="-122"/>
                <a:cs typeface="Arial" panose="020B0604020202020204" pitchFamily="34" charset="0"/>
                <a:sym typeface="Arial" panose="020B0604020202020204" pitchFamily="34" charset="0"/>
              </a:rPr>
              <a:t>2.16</a:t>
            </a:r>
            <a:endParaRPr lang="en-US" altLang="zh-CN" sz="2400" b="1" kern="0" noProof="1">
              <a:solidFill>
                <a:srgbClr val="004EA2"/>
              </a:solidFill>
              <a:latin typeface="微软雅黑" panose="020B0503020204020204" charset="-122"/>
              <a:ea typeface="微软雅黑" panose="020B0503020204020204" charset="-122"/>
              <a:sym typeface="Arial" panose="020B0604020202020204" pitchFamily="34" charset="0"/>
            </a:endParaRPr>
          </a:p>
        </p:txBody>
      </p:sp>
      <p:sp>
        <p:nvSpPr>
          <p:cNvPr id="6" name="矩形 8"/>
          <p:cNvSpPr/>
          <p:nvPr/>
        </p:nvSpPr>
        <p:spPr bwMode="auto">
          <a:xfrm>
            <a:off x="2160000" y="470242"/>
            <a:ext cx="5051425" cy="497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20000"/>
              </a:lnSpc>
            </a:pPr>
            <a:r>
              <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rPr>
              <a:t>反馈提示</a:t>
            </a:r>
            <a:r>
              <a:rPr lang="en-US" altLang="zh-CN"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rPr>
              <a:t>-3</a:t>
            </a:r>
            <a:endPar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endParaRPr>
          </a:p>
        </p:txBody>
      </p:sp>
      <p:sp>
        <p:nvSpPr>
          <p:cNvPr id="3" name="矩形 11"/>
          <p:cNvSpPr/>
          <p:nvPr/>
        </p:nvSpPr>
        <p:spPr bwMode="auto">
          <a:xfrm>
            <a:off x="2160442" y="99159"/>
            <a:ext cx="1282670" cy="430374"/>
          </a:xfrm>
          <a:prstGeom prst="rect">
            <a:avLst/>
          </a:prstGeom>
          <a:grp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pPr>
            <a:r>
              <a:rPr lang="zh-CN" altLang="en-US" sz="2000" b="1" kern="0" dirty="0">
                <a:solidFill>
                  <a:srgbClr val="FFFFFF">
                    <a:lumMod val="65000"/>
                  </a:srgbClr>
                </a:solidFill>
                <a:latin typeface="微软雅黑" panose="020B0503020204020204" charset="-122"/>
                <a:ea typeface="微软雅黑" panose="020B0503020204020204" charset="-122"/>
                <a:cs typeface="微软雅黑" panose="020B0503020204020204" charset="-122"/>
              </a:rPr>
              <a:t>组件要求</a:t>
            </a:r>
            <a:endParaRPr kumimoji="0" lang="zh-CN" altLang="en-US" sz="2000" b="1" i="0" u="none" strike="noStrike" kern="0" cap="none" spc="0" normalizeH="0" baseline="0" noProof="0" dirty="0">
              <a:ln>
                <a:noFill/>
              </a:ln>
              <a:solidFill>
                <a:srgbClr val="FFFFFF">
                  <a:lumMod val="65000"/>
                </a:srgbClr>
              </a:solidFill>
              <a:effectLst/>
              <a:uLnTx/>
              <a:uFillTx/>
              <a:latin typeface="微软雅黑" panose="020B0503020204020204" charset="-122"/>
              <a:ea typeface="微软雅黑" panose="020B0503020204020204" charset="-122"/>
              <a:cs typeface="微软雅黑" panose="020B0503020204020204" charset="-122"/>
            </a:endParaRPr>
          </a:p>
        </p:txBody>
      </p:sp>
      <p:pic>
        <p:nvPicPr>
          <p:cNvPr id="9" name="图片 8"/>
          <p:cNvPicPr>
            <a:picLocks noChangeAspect="1"/>
          </p:cNvPicPr>
          <p:nvPr/>
        </p:nvPicPr>
        <p:blipFill>
          <a:blip r:embed="rId4"/>
          <a:stretch>
            <a:fillRect/>
          </a:stretch>
        </p:blipFill>
        <p:spPr>
          <a:xfrm>
            <a:off x="278023" y="1268476"/>
            <a:ext cx="5919577" cy="3041680"/>
          </a:xfrm>
          <a:prstGeom prst="rect">
            <a:avLst/>
          </a:prstGeom>
        </p:spPr>
      </p:pic>
      <p:pic>
        <p:nvPicPr>
          <p:cNvPr id="11" name="图片 10" descr="8-设计规范-反馈提示类"/>
          <p:cNvPicPr>
            <a:picLocks noChangeAspect="1"/>
          </p:cNvPicPr>
          <p:nvPr/>
        </p:nvPicPr>
        <p:blipFill>
          <a:blip r:embed="rId5"/>
          <a:srcRect t="49478" b="23143"/>
          <a:stretch>
            <a:fillRect/>
          </a:stretch>
        </p:blipFill>
        <p:spPr>
          <a:xfrm>
            <a:off x="14645640" y="13884910"/>
            <a:ext cx="7240270" cy="5943600"/>
          </a:xfrm>
          <a:prstGeom prst="rect">
            <a:avLst/>
          </a:prstGeom>
        </p:spPr>
      </p:pic>
      <p:sp>
        <p:nvSpPr>
          <p:cNvPr id="8" name="文本框 7"/>
          <p:cNvSpPr txBox="1"/>
          <p:nvPr/>
        </p:nvSpPr>
        <p:spPr>
          <a:xfrm>
            <a:off x="6930571" y="901867"/>
            <a:ext cx="4651829" cy="1295355"/>
          </a:xfrm>
          <a:prstGeom prst="rect">
            <a:avLst/>
          </a:prstGeom>
          <a:noFill/>
        </p:spPr>
        <p:txBody>
          <a:bodyPr wrap="square" rtlCol="0">
            <a:spAutoFit/>
          </a:bodyPr>
          <a:lstStyle/>
          <a:p>
            <a:pPr marL="285750" indent="-285750">
              <a:lnSpc>
                <a:spcPts val="2400"/>
              </a:lnSpc>
              <a:buFont typeface="Arial" panose="020B0604020202020204" pitchFamily="34" charset="0"/>
              <a:buChar char="•"/>
            </a:pPr>
            <a:r>
              <a:rPr lang="zh-CN" altLang="en-US" sz="1600" dirty="0">
                <a:solidFill>
                  <a:schemeClr val="tx1">
                    <a:lumMod val="50000"/>
                    <a:lumOff val="50000"/>
                  </a:schemeClr>
                </a:solidFill>
                <a:latin typeface="微软雅黑" panose="020B0503020204020204" charset="-122"/>
                <a:ea typeface="微软雅黑" panose="020B0503020204020204" charset="-122"/>
              </a:rPr>
              <a:t>用于展示页面全局通知提醒信息，在系统四个角滑入展示信息提示框，通常需要用户操作或手动关闭。可以适用于略复杂的信息提示，可提供操作按钮，给出用户下一步的行动点。</a:t>
            </a:r>
            <a:endParaRPr lang="zh-CN" altLang="en-US" sz="1600" dirty="0">
              <a:solidFill>
                <a:schemeClr val="tx1">
                  <a:lumMod val="50000"/>
                  <a:lumOff val="50000"/>
                </a:schemeClr>
              </a:solidFill>
              <a:latin typeface="微软雅黑" panose="020B0503020204020204" charset="-122"/>
              <a:ea typeface="微软雅黑" panose="020B0503020204020204" charset="-122"/>
            </a:endParaRPr>
          </a:p>
        </p:txBody>
      </p:sp>
      <p:cxnSp>
        <p:nvCxnSpPr>
          <p:cNvPr id="12" name="连接符: 曲线 48"/>
          <p:cNvCxnSpPr/>
          <p:nvPr>
            <p:custDataLst>
              <p:tags r:id="rId6"/>
            </p:custDataLst>
          </p:nvPr>
        </p:nvCxnSpPr>
        <p:spPr>
          <a:xfrm flipV="1">
            <a:off x="3519714" y="1134900"/>
            <a:ext cx="3410857" cy="497957"/>
          </a:xfrm>
          <a:prstGeom prst="curvedConnector3">
            <a:avLst>
              <a:gd name="adj1" fmla="val 50000"/>
            </a:avLst>
          </a:prstGeom>
          <a:ln w="19050" cap="flat" cmpd="sng" algn="ctr">
            <a:solidFill>
              <a:schemeClr val="accent2"/>
            </a:solidFill>
            <a:prstDash val="dash"/>
            <a:round/>
            <a:headEnd type="oval" w="lg" len="lg"/>
            <a:tailEnd type="triangle" w="lg" len="lg"/>
          </a:ln>
        </p:spPr>
        <p:style>
          <a:lnRef idx="0">
            <a:scrgbClr r="0" g="0" b="0"/>
          </a:lnRef>
          <a:fillRef idx="0">
            <a:scrgbClr r="0" g="0" b="0"/>
          </a:fillRef>
          <a:effectRef idx="0">
            <a:scrgbClr r="0" g="0" b="0"/>
          </a:effectRef>
          <a:fontRef idx="minor">
            <a:schemeClr val="tx1"/>
          </a:fontRef>
        </p:style>
      </p:cxnSp>
      <p:pic>
        <p:nvPicPr>
          <p:cNvPr id="17" name="图片 16"/>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22468" y="4310156"/>
            <a:ext cx="6030686" cy="2401786"/>
          </a:xfrm>
          <a:prstGeom prst="rect">
            <a:avLst/>
          </a:prstGeom>
        </p:spPr>
      </p:pic>
      <p:sp>
        <p:nvSpPr>
          <p:cNvPr id="18" name="文本框 17"/>
          <p:cNvSpPr txBox="1"/>
          <p:nvPr/>
        </p:nvSpPr>
        <p:spPr>
          <a:xfrm>
            <a:off x="6705600" y="3306854"/>
            <a:ext cx="5085349" cy="2224776"/>
          </a:xfrm>
          <a:prstGeom prst="rect">
            <a:avLst/>
          </a:prstGeom>
          <a:noFill/>
        </p:spPr>
        <p:txBody>
          <a:bodyPr wrap="square" rtlCol="0">
            <a:spAutoFit/>
          </a:bodyPr>
          <a:lstStyle/>
          <a:p>
            <a:pPr marL="285750" indent="-285750">
              <a:lnSpc>
                <a:spcPts val="2400"/>
              </a:lnSpc>
              <a:buFont typeface="Arial" panose="020B0604020202020204" pitchFamily="34" charset="0"/>
              <a:buChar char="•"/>
            </a:pPr>
            <a:r>
              <a:rPr lang="zh-CN" altLang="en-US" sz="1600" dirty="0">
                <a:solidFill>
                  <a:schemeClr val="tx1">
                    <a:lumMod val="50000"/>
                    <a:lumOff val="50000"/>
                  </a:schemeClr>
                </a:solidFill>
                <a:latin typeface="微软雅黑" panose="020B0503020204020204" charset="-122"/>
                <a:ea typeface="微软雅黑" panose="020B0503020204020204" charset="-122"/>
              </a:rPr>
              <a:t>系统级重要公告 </a:t>
            </a:r>
            <a:r>
              <a:rPr lang="en-US" altLang="zh-CN" sz="1600" dirty="0">
                <a:solidFill>
                  <a:schemeClr val="tx1">
                    <a:lumMod val="50000"/>
                    <a:lumOff val="50000"/>
                  </a:schemeClr>
                </a:solidFill>
                <a:latin typeface="微软雅黑" panose="020B0503020204020204" charset="-122"/>
                <a:ea typeface="微软雅黑" panose="020B0503020204020204" charset="-122"/>
              </a:rPr>
              <a:t>&amp; </a:t>
            </a:r>
            <a:r>
              <a:rPr lang="zh-CN" altLang="en-US" sz="1600" dirty="0">
                <a:solidFill>
                  <a:schemeClr val="tx1">
                    <a:lumMod val="50000"/>
                    <a:lumOff val="50000"/>
                  </a:schemeClr>
                </a:solidFill>
                <a:latin typeface="微软雅黑" panose="020B0503020204020204" charset="-122"/>
                <a:ea typeface="微软雅黑" panose="020B0503020204020204" charset="-122"/>
              </a:rPr>
              <a:t>状态变更不需要立刻处理（首页系统更新通知），但必须知道的全局动态。如服务器即将维护、账号安全异地登录提醒</a:t>
            </a:r>
            <a:endParaRPr lang="en-US" altLang="zh-CN" sz="1600" dirty="0">
              <a:solidFill>
                <a:schemeClr val="tx1">
                  <a:lumMod val="50000"/>
                  <a:lumOff val="50000"/>
                </a:schemeClr>
              </a:solidFill>
              <a:latin typeface="微软雅黑" panose="020B0503020204020204" charset="-122"/>
              <a:ea typeface="微软雅黑" panose="020B0503020204020204" charset="-122"/>
            </a:endParaRPr>
          </a:p>
          <a:p>
            <a:pPr marL="285750" indent="-285750">
              <a:lnSpc>
                <a:spcPts val="2400"/>
              </a:lnSpc>
              <a:buFont typeface="Arial" panose="020B0604020202020204" pitchFamily="34" charset="0"/>
              <a:buChar char="•"/>
            </a:pPr>
            <a:r>
              <a:rPr lang="zh-CN" altLang="en-US" sz="1600" dirty="0">
                <a:solidFill>
                  <a:schemeClr val="tx1">
                    <a:lumMod val="50000"/>
                    <a:lumOff val="50000"/>
                  </a:schemeClr>
                </a:solidFill>
                <a:latin typeface="微软雅黑" panose="020B0503020204020204" charset="-122"/>
                <a:ea typeface="微软雅黑" panose="020B0503020204020204" charset="-122"/>
              </a:rPr>
              <a:t>异步任务后台进度反馈操作发出去了，但需要后端慢慢跑，不用等在页面。如超大 </a:t>
            </a:r>
            <a:r>
              <a:rPr lang="en-US" altLang="zh-CN" sz="1600" dirty="0">
                <a:solidFill>
                  <a:schemeClr val="tx1">
                    <a:lumMod val="50000"/>
                    <a:lumOff val="50000"/>
                  </a:schemeClr>
                </a:solidFill>
                <a:latin typeface="微软雅黑" panose="020B0503020204020204" charset="-122"/>
                <a:ea typeface="微软雅黑" panose="020B0503020204020204" charset="-122"/>
              </a:rPr>
              <a:t>Excel </a:t>
            </a:r>
            <a:r>
              <a:rPr lang="zh-CN" altLang="en-US" sz="1600" dirty="0">
                <a:solidFill>
                  <a:schemeClr val="tx1">
                    <a:lumMod val="50000"/>
                    <a:lumOff val="50000"/>
                  </a:schemeClr>
                </a:solidFill>
                <a:latin typeface="微软雅黑" panose="020B0503020204020204" charset="-122"/>
                <a:ea typeface="微软雅黑" panose="020B0503020204020204" charset="-122"/>
              </a:rPr>
              <a:t>表格导出中</a:t>
            </a:r>
            <a:endParaRPr lang="en-US" altLang="zh-CN" sz="1600" dirty="0">
              <a:solidFill>
                <a:schemeClr val="tx1">
                  <a:lumMod val="50000"/>
                  <a:lumOff val="50000"/>
                </a:schemeClr>
              </a:solidFill>
              <a:latin typeface="微软雅黑" panose="020B0503020204020204" charset="-122"/>
              <a:ea typeface="微软雅黑" panose="020B0503020204020204" charset="-122"/>
            </a:endParaRPr>
          </a:p>
          <a:p>
            <a:pPr marL="285750" indent="-285750">
              <a:lnSpc>
                <a:spcPts val="2400"/>
              </a:lnSpc>
              <a:buFont typeface="Arial" panose="020B0604020202020204" pitchFamily="34" charset="0"/>
              <a:buChar char="•"/>
            </a:pPr>
            <a:r>
              <a:rPr lang="zh-CN" altLang="en-US" sz="1600" dirty="0">
                <a:solidFill>
                  <a:schemeClr val="tx1">
                    <a:lumMod val="50000"/>
                    <a:lumOff val="50000"/>
                  </a:schemeClr>
                </a:solidFill>
                <a:latin typeface="微软雅黑" panose="020B0503020204020204" charset="-122"/>
                <a:ea typeface="微软雅黑" panose="020B0503020204020204" charset="-122"/>
              </a:rPr>
              <a:t>强业务信息流推送多人协作产生的待办、审批、风控预警。如合同协同编制</a:t>
            </a:r>
            <a:endParaRPr lang="zh-CN" altLang="en-US" sz="1600" dirty="0">
              <a:solidFill>
                <a:schemeClr val="tx1">
                  <a:lumMod val="50000"/>
                  <a:lumOff val="50000"/>
                </a:schemeClr>
              </a:solidFill>
              <a:latin typeface="微软雅黑" panose="020B0503020204020204" charset="-122"/>
              <a:ea typeface="微软雅黑" panose="020B0503020204020204" charset="-122"/>
            </a:endParaRPr>
          </a:p>
        </p:txBody>
      </p:sp>
      <p:sp>
        <p:nvSpPr>
          <p:cNvPr id="19" name="文本框 18"/>
          <p:cNvSpPr txBox="1"/>
          <p:nvPr/>
        </p:nvSpPr>
        <p:spPr>
          <a:xfrm>
            <a:off x="6780081" y="2862264"/>
            <a:ext cx="2968172" cy="369332"/>
          </a:xfrm>
          <a:prstGeom prst="rect">
            <a:avLst/>
          </a:prstGeom>
          <a:noFill/>
        </p:spPr>
        <p:txBody>
          <a:bodyPr wrap="square" rtlCol="0">
            <a:spAutoFit/>
          </a:bodyPr>
          <a:lstStyle/>
          <a:p>
            <a:r>
              <a:rPr lang="zh-CN" altLang="en-US" b="1" dirty="0">
                <a:solidFill>
                  <a:schemeClr val="accent2"/>
                </a:solidFill>
                <a:latin typeface="微软雅黑" panose="020B0503020204020204" charset="-122"/>
                <a:ea typeface="微软雅黑" panose="020B0503020204020204" charset="-122"/>
              </a:rPr>
              <a:t>组件使用场景</a:t>
            </a:r>
            <a:endParaRPr lang="zh-CN" altLang="en-US" b="1" dirty="0">
              <a:solidFill>
                <a:schemeClr val="accent2"/>
              </a:solidFill>
              <a:latin typeface="微软雅黑" panose="020B0503020204020204" charset="-122"/>
              <a:ea typeface="微软雅黑" panose="020B0503020204020204" charset="-122"/>
            </a:endParaRPr>
          </a:p>
        </p:txBody>
      </p:sp>
      <p:cxnSp>
        <p:nvCxnSpPr>
          <p:cNvPr id="21" name="连接符: 曲线 48"/>
          <p:cNvCxnSpPr>
            <a:endCxn id="19" idx="1"/>
          </p:cNvCxnSpPr>
          <p:nvPr>
            <p:custDataLst>
              <p:tags r:id="rId8"/>
            </p:custDataLst>
          </p:nvPr>
        </p:nvCxnSpPr>
        <p:spPr>
          <a:xfrm flipV="1">
            <a:off x="3693885" y="3046930"/>
            <a:ext cx="3086196" cy="2002169"/>
          </a:xfrm>
          <a:prstGeom prst="curvedConnector3">
            <a:avLst>
              <a:gd name="adj1" fmla="val 50000"/>
            </a:avLst>
          </a:prstGeom>
          <a:ln w="19050" cap="flat" cmpd="sng" algn="ctr">
            <a:solidFill>
              <a:schemeClr val="accent2"/>
            </a:solidFill>
            <a:prstDash val="dash"/>
            <a:round/>
            <a:headEnd type="oval" w="lg" len="lg"/>
            <a:tailEnd type="triangle" w="lg" len="lg"/>
          </a:ln>
        </p:spPr>
        <p:style>
          <a:lnRef idx="0">
            <a:scrgbClr r="0" g="0" b="0"/>
          </a:lnRef>
          <a:fillRef idx="0">
            <a:scrgbClr r="0" g="0" b="0"/>
          </a:fillRef>
          <a:effectRef idx="0">
            <a:scrgbClr r="0" g="0" b="0"/>
          </a:effectRef>
          <a:fontRef idx="minor">
            <a:schemeClr val="tx1"/>
          </a:fontRef>
        </p:style>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descr="分组 2"/>
          <p:cNvPicPr>
            <a:picLocks noGrp="1" noRot="1" noChangeAspect="1" noMove="1" noResize="1" noEditPoints="1" noAdjustHandles="1" noChangeArrowheads="1" noChangeShapeType="1" noCrop="1"/>
          </p:cNvPicPr>
          <p:nvPr/>
        </p:nvPicPr>
        <p:blipFill>
          <a:blip r:embed="rId1"/>
          <a:srcRect b="48709"/>
          <a:stretch>
            <a:fillRect/>
          </a:stretch>
        </p:blipFill>
        <p:spPr>
          <a:xfrm>
            <a:off x="150410" y="1252196"/>
            <a:ext cx="6585404" cy="1908050"/>
          </a:xfrm>
          <a:prstGeom prst="rect">
            <a:avLst/>
          </a:prstGeom>
        </p:spPr>
      </p:pic>
      <p:grpSp>
        <p:nvGrpSpPr>
          <p:cNvPr id="4" name="组合 1"/>
          <p:cNvGrpSpPr/>
          <p:nvPr/>
        </p:nvGrpSpPr>
        <p:grpSpPr bwMode="auto">
          <a:xfrm>
            <a:off x="10701338" y="0"/>
            <a:ext cx="766762" cy="766763"/>
            <a:chOff x="11522" y="1262"/>
            <a:chExt cx="1864" cy="1864"/>
          </a:xfrm>
        </p:grpSpPr>
        <p:sp>
          <p:nvSpPr>
            <p:cNvPr id="5" name="矩形 4"/>
            <p:cNvSpPr/>
            <p:nvPr userDrawn="1">
              <p:custDataLst>
                <p:tags r:id="rId2"/>
              </p:custDataLst>
            </p:nvPr>
          </p:nvSpPr>
          <p:spPr>
            <a:xfrm>
              <a:off x="11522" y="1262"/>
              <a:ext cx="1864" cy="1864"/>
            </a:xfrm>
            <a:prstGeom prst="rect">
              <a:avLst/>
            </a:prstGeom>
            <a:solidFill>
              <a:srgbClr val="004EA2"/>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anchor="ctr"/>
            <a:lstStyle/>
            <a:p>
              <a:pPr algn="ctr" fontAlgn="auto"/>
              <a:endParaRPr lang="zh-CN" altLang="en-US" noProof="1"/>
            </a:p>
          </p:txBody>
        </p:sp>
        <p:pic>
          <p:nvPicPr>
            <p:cNvPr id="7" name="图片 7"/>
            <p:cNvPicPr>
              <a:picLocks noGrp="1" noChangeAspect="1" noChangeArrowheads="1"/>
            </p:cNvPicPr>
            <p:nvPr>
              <p:custDataLst>
                <p:tags r:id="rId3"/>
              </p:custDataLst>
            </p:nvPr>
          </p:nvPicPr>
          <p:blipFill>
            <a:blip r:embed="rId4">
              <a:extLst>
                <a:ext uri="{28A0092B-C50C-407E-A947-70E740481C1C}">
                  <a14:useLocalDpi xmlns:a14="http://schemas.microsoft.com/office/drawing/2010/main" val="0"/>
                </a:ext>
              </a:extLst>
            </a:blip>
            <a:srcRect/>
            <a:stretch>
              <a:fillRect/>
            </a:stretch>
          </p:blipFill>
          <p:spPr bwMode="auto">
            <a:xfrm>
              <a:off x="11750" y="1490"/>
              <a:ext cx="1408" cy="1408"/>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文本框 1"/>
          <p:cNvSpPr txBox="1"/>
          <p:nvPr/>
        </p:nvSpPr>
        <p:spPr>
          <a:xfrm>
            <a:off x="1222374" y="502085"/>
            <a:ext cx="879891" cy="460375"/>
          </a:xfrm>
          <a:prstGeom prst="rect">
            <a:avLst/>
          </a:prstGeom>
          <a:noFill/>
        </p:spPr>
        <p:txBody>
          <a:bodyPr wrap="square">
            <a:spAutoFit/>
          </a:bodyPr>
          <a:lstStyle>
            <a:defPPr>
              <a:defRPr lang="zh-CN"/>
            </a:defPPr>
            <a:lvl1pPr>
              <a:defRPr sz="15000">
                <a:gradFill flip="none" rotWithShape="1">
                  <a:gsLst>
                    <a:gs pos="23000">
                      <a:srgbClr val="C0DBD2"/>
                    </a:gs>
                    <a:gs pos="86239">
                      <a:srgbClr val="A6CFC9"/>
                    </a:gs>
                    <a:gs pos="47000">
                      <a:srgbClr val="7AA99E"/>
                    </a:gs>
                  </a:gsLst>
                  <a:lin ang="2700000" scaled="1"/>
                  <a:tileRect/>
                </a:gradFill>
                <a:latin typeface="Aa武道家" pitchFamily="18" charset="-122"/>
                <a:ea typeface="Aa武道家" pitchFamily="18" charset="-122"/>
              </a:defRPr>
            </a:lvl1pPr>
          </a:lstStyle>
          <a:p>
            <a:pPr eaLnBrk="1" fontAlgn="auto" hangingPunct="1">
              <a:defRPr/>
            </a:pPr>
            <a:r>
              <a:rPr lang="en-US" altLang="zh-CN" sz="2400" b="1" kern="0" noProof="1">
                <a:solidFill>
                  <a:srgbClr val="004EA2"/>
                </a:solidFill>
                <a:latin typeface="Arial" panose="020B0604020202020204" pitchFamily="34" charset="0"/>
                <a:ea typeface="微软雅黑" panose="020B0503020204020204" charset="-122"/>
                <a:cs typeface="Arial" panose="020B0604020202020204" pitchFamily="34" charset="0"/>
                <a:sym typeface="Arial" panose="020B0604020202020204" pitchFamily="34" charset="0"/>
              </a:rPr>
              <a:t>2.16</a:t>
            </a:r>
            <a:endParaRPr lang="en-US" altLang="zh-CN" sz="2400" b="1" kern="0" noProof="1">
              <a:solidFill>
                <a:srgbClr val="004EA2"/>
              </a:solidFill>
              <a:latin typeface="微软雅黑" panose="020B0503020204020204" charset="-122"/>
              <a:ea typeface="微软雅黑" panose="020B0503020204020204" charset="-122"/>
              <a:sym typeface="Arial" panose="020B0604020202020204" pitchFamily="34" charset="0"/>
            </a:endParaRPr>
          </a:p>
        </p:txBody>
      </p:sp>
      <p:sp>
        <p:nvSpPr>
          <p:cNvPr id="6" name="矩形 8"/>
          <p:cNvSpPr/>
          <p:nvPr/>
        </p:nvSpPr>
        <p:spPr bwMode="auto">
          <a:xfrm>
            <a:off x="2160000" y="470242"/>
            <a:ext cx="5051425" cy="497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20000"/>
              </a:lnSpc>
            </a:pPr>
            <a:r>
              <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rPr>
              <a:t>反馈提示</a:t>
            </a:r>
            <a:r>
              <a:rPr lang="en-US" altLang="zh-CN"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rPr>
              <a:t>-4</a:t>
            </a:r>
            <a:endParaRPr lang="zh-CN" altLang="en-US" sz="2400" b="1" dirty="0">
              <a:solidFill>
                <a:srgbClr val="004EA2"/>
              </a:solidFill>
              <a:latin typeface="微软雅黑" panose="020B0503020204020204" charset="-122"/>
              <a:ea typeface="微软雅黑" panose="020B0503020204020204" charset="-122"/>
              <a:cs typeface="Arial" panose="020B0604020202020204" pitchFamily="34" charset="0"/>
              <a:sym typeface="Calibri" panose="020F0502020204030204" pitchFamily="34" charset="0"/>
            </a:endParaRPr>
          </a:p>
        </p:txBody>
      </p:sp>
      <p:sp>
        <p:nvSpPr>
          <p:cNvPr id="3" name="矩形 11"/>
          <p:cNvSpPr/>
          <p:nvPr/>
        </p:nvSpPr>
        <p:spPr bwMode="auto">
          <a:xfrm>
            <a:off x="2160442" y="99159"/>
            <a:ext cx="1282670" cy="430374"/>
          </a:xfrm>
          <a:prstGeom prst="rect">
            <a:avLst/>
          </a:prstGeom>
          <a:grp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pPr>
            <a:r>
              <a:rPr lang="zh-CN" altLang="en-US" sz="2000" b="1" kern="0" dirty="0">
                <a:solidFill>
                  <a:srgbClr val="FFFFFF">
                    <a:lumMod val="65000"/>
                  </a:srgbClr>
                </a:solidFill>
                <a:latin typeface="微软雅黑" panose="020B0503020204020204" charset="-122"/>
                <a:ea typeface="微软雅黑" panose="020B0503020204020204" charset="-122"/>
                <a:cs typeface="微软雅黑" panose="020B0503020204020204" charset="-122"/>
              </a:rPr>
              <a:t>组件要求</a:t>
            </a:r>
            <a:endParaRPr kumimoji="0" lang="zh-CN" altLang="en-US" sz="2000" b="1" i="0" u="none" strike="noStrike" kern="0" cap="none" spc="0" normalizeH="0" baseline="0" noProof="0" dirty="0">
              <a:ln>
                <a:noFill/>
              </a:ln>
              <a:solidFill>
                <a:srgbClr val="FFFFFF">
                  <a:lumMod val="65000"/>
                </a:srgbClr>
              </a:solidFill>
              <a:effectLst/>
              <a:uLnTx/>
              <a:uFillTx/>
              <a:latin typeface="微软雅黑" panose="020B0503020204020204" charset="-122"/>
              <a:ea typeface="微软雅黑" panose="020B0503020204020204" charset="-122"/>
              <a:cs typeface="微软雅黑" panose="020B0503020204020204" charset="-122"/>
            </a:endParaRPr>
          </a:p>
        </p:txBody>
      </p:sp>
      <p:sp>
        <p:nvSpPr>
          <p:cNvPr id="8" name="文本框 7"/>
          <p:cNvSpPr txBox="1"/>
          <p:nvPr/>
        </p:nvSpPr>
        <p:spPr>
          <a:xfrm>
            <a:off x="4753428" y="3596643"/>
            <a:ext cx="6981373" cy="2732799"/>
          </a:xfrm>
          <a:prstGeom prst="rect">
            <a:avLst/>
          </a:prstGeom>
          <a:noFill/>
        </p:spPr>
        <p:txBody>
          <a:bodyPr wrap="square" rtlCol="0">
            <a:spAutoFit/>
          </a:bodyPr>
          <a:lstStyle/>
          <a:p>
            <a:pPr>
              <a:lnSpc>
                <a:spcPts val="2600"/>
              </a:lnSpc>
            </a:pPr>
            <a:r>
              <a:rPr lang="zh-CN" altLang="en-US" b="1" dirty="0">
                <a:solidFill>
                  <a:schemeClr val="accent2"/>
                </a:solidFill>
                <a:latin typeface="微软雅黑" panose="020B0503020204020204" charset="-122"/>
                <a:ea typeface="微软雅黑" panose="020B0503020204020204" charset="-122"/>
              </a:rPr>
              <a:t>一句话定位：小范围高危、就近确认、流程不中断。</a:t>
            </a:r>
            <a:endParaRPr lang="en-US" altLang="zh-CN" b="1" dirty="0">
              <a:solidFill>
                <a:schemeClr val="accent2"/>
              </a:solidFill>
              <a:latin typeface="微软雅黑" panose="020B0503020204020204" charset="-122"/>
              <a:ea typeface="微软雅黑" panose="020B0503020204020204" charset="-122"/>
            </a:endParaRPr>
          </a:p>
          <a:p>
            <a:pPr marL="342900" indent="-342900">
              <a:lnSpc>
                <a:spcPts val="2600"/>
              </a:lnSpc>
              <a:buFont typeface="Arial" panose="020B0604020202020204" pitchFamily="34" charset="0"/>
              <a:buChar char="•"/>
            </a:pPr>
            <a:r>
              <a:rPr lang="zh-CN" altLang="en-US" sz="1600" dirty="0">
                <a:solidFill>
                  <a:schemeClr val="tx1">
                    <a:lumMod val="50000"/>
                    <a:lumOff val="50000"/>
                  </a:schemeClr>
                </a:solidFill>
                <a:latin typeface="微软雅黑" panose="020B0503020204020204" charset="-122"/>
                <a:ea typeface="微软雅黑" panose="020B0503020204020204" charset="-122"/>
              </a:rPr>
              <a:t>行内列表轻量高危操作（最高频）表格每行末尾「操作列」的删除、注销，隐藏某个标签、撤销一条草稿弹窗。居中，不打断整页，只在按钮旁浮一层确认</a:t>
            </a:r>
            <a:endParaRPr lang="en-US" altLang="zh-CN" sz="1600" dirty="0">
              <a:solidFill>
                <a:schemeClr val="tx1">
                  <a:lumMod val="50000"/>
                  <a:lumOff val="50000"/>
                </a:schemeClr>
              </a:solidFill>
              <a:latin typeface="微软雅黑" panose="020B0503020204020204" charset="-122"/>
              <a:ea typeface="微软雅黑" panose="020B0503020204020204" charset="-122"/>
            </a:endParaRPr>
          </a:p>
          <a:p>
            <a:pPr marL="342900" indent="-342900">
              <a:lnSpc>
                <a:spcPts val="2600"/>
              </a:lnSpc>
              <a:buFont typeface="Arial" panose="020B0604020202020204" pitchFamily="34" charset="0"/>
              <a:buChar char="•"/>
            </a:pPr>
            <a:r>
              <a:rPr lang="zh-CN" altLang="en-US" sz="1600" dirty="0">
                <a:solidFill>
                  <a:schemeClr val="tx1">
                    <a:lumMod val="50000"/>
                    <a:lumOff val="50000"/>
                  </a:schemeClr>
                </a:solidFill>
                <a:latin typeface="微软雅黑" panose="020B0503020204020204" charset="-122"/>
                <a:ea typeface="微软雅黑" panose="020B0503020204020204" charset="-122"/>
              </a:rPr>
              <a:t>局部小范围不可逆影响范围小、数据量不大、不需要强警示免责。重置当前筛选视图、清空本页排序、取消本次未提交编辑</a:t>
            </a:r>
            <a:endParaRPr lang="en-US" altLang="zh-CN" sz="1600" dirty="0">
              <a:solidFill>
                <a:schemeClr val="tx1">
                  <a:lumMod val="50000"/>
                  <a:lumOff val="50000"/>
                </a:schemeClr>
              </a:solidFill>
              <a:latin typeface="微软雅黑" panose="020B0503020204020204" charset="-122"/>
              <a:ea typeface="微软雅黑" panose="020B0503020204020204" charset="-122"/>
            </a:endParaRPr>
          </a:p>
          <a:p>
            <a:pPr marL="342900" indent="-342900">
              <a:lnSpc>
                <a:spcPts val="2600"/>
              </a:lnSpc>
              <a:buFont typeface="Arial" panose="020B0604020202020204" pitchFamily="34" charset="0"/>
              <a:buChar char="•"/>
            </a:pPr>
            <a:r>
              <a:rPr lang="zh-CN" altLang="en-US" sz="1600" dirty="0">
                <a:solidFill>
                  <a:schemeClr val="tx1">
                    <a:lumMod val="50000"/>
                    <a:lumOff val="50000"/>
                  </a:schemeClr>
                </a:solidFill>
                <a:latin typeface="微软雅黑" panose="020B0503020204020204" charset="-122"/>
                <a:ea typeface="微软雅黑" panose="020B0503020204020204" charset="-122"/>
              </a:rPr>
              <a:t>快捷入口防误触图标按钮、文字链接过小容易误点。注销单点授权、退出临时预览模式</a:t>
            </a:r>
            <a:endParaRPr lang="zh-CN" altLang="en-US" sz="1600" dirty="0">
              <a:solidFill>
                <a:schemeClr val="tx1">
                  <a:lumMod val="50000"/>
                  <a:lumOff val="50000"/>
                </a:schemeClr>
              </a:solidFill>
              <a:latin typeface="微软雅黑" panose="020B0503020204020204" charset="-122"/>
              <a:ea typeface="微软雅黑" panose="020B0503020204020204" charset="-122"/>
            </a:endParaRPr>
          </a:p>
        </p:txBody>
      </p:sp>
      <p:pic>
        <p:nvPicPr>
          <p:cNvPr id="10" name="图片 9"/>
          <p:cNvPicPr/>
          <p:nvPr/>
        </p:nvPicPr>
        <p:blipFill>
          <a:blip r:embed="rId5">
            <a:extLst>
              <a:ext uri="{28A0092B-C50C-407E-A947-70E740481C1C}">
                <a14:useLocalDpi xmlns:a14="http://schemas.microsoft.com/office/drawing/2010/main" val="0"/>
              </a:ext>
            </a:extLst>
          </a:blip>
          <a:srcRect l="-24219" t="-161" r="24219" b="161"/>
          <a:stretch>
            <a:fillRect/>
          </a:stretch>
        </p:blipFill>
        <p:spPr>
          <a:xfrm>
            <a:off x="-1163133" y="3935550"/>
            <a:ext cx="5423582" cy="2160000"/>
          </a:xfrm>
          <a:prstGeom prst="rect">
            <a:avLst/>
          </a:prstGeom>
        </p:spPr>
      </p:pic>
      <p:cxnSp>
        <p:nvCxnSpPr>
          <p:cNvPr id="12" name="连接符: 曲线 48"/>
          <p:cNvCxnSpPr/>
          <p:nvPr>
            <p:custDataLst>
              <p:tags r:id="rId6"/>
            </p:custDataLst>
          </p:nvPr>
        </p:nvCxnSpPr>
        <p:spPr>
          <a:xfrm flipV="1">
            <a:off x="5355773" y="1252196"/>
            <a:ext cx="1640113" cy="248978"/>
          </a:xfrm>
          <a:prstGeom prst="curvedConnector3">
            <a:avLst>
              <a:gd name="adj1" fmla="val 50000"/>
            </a:avLst>
          </a:prstGeom>
          <a:ln w="19050" cap="flat" cmpd="sng" algn="ctr">
            <a:solidFill>
              <a:schemeClr val="accent2"/>
            </a:solidFill>
            <a:prstDash val="dash"/>
            <a:round/>
            <a:headEnd type="oval" w="lg" len="lg"/>
            <a:tailEnd type="triangle" w="lg" len="lg"/>
          </a:ln>
        </p:spPr>
        <p:style>
          <a:lnRef idx="0">
            <a:scrgbClr r="0" g="0" b="0"/>
          </a:lnRef>
          <a:fillRef idx="0">
            <a:scrgbClr r="0" g="0" b="0"/>
          </a:fillRef>
          <a:effectRef idx="0">
            <a:scrgbClr r="0" g="0" b="0"/>
          </a:effectRef>
          <a:fontRef idx="minor">
            <a:schemeClr val="tx1"/>
          </a:fontRef>
        </p:style>
      </p:cxnSp>
      <p:sp>
        <p:nvSpPr>
          <p:cNvPr id="15" name="文本框 14"/>
          <p:cNvSpPr txBox="1"/>
          <p:nvPr/>
        </p:nvSpPr>
        <p:spPr>
          <a:xfrm>
            <a:off x="7469378" y="816091"/>
            <a:ext cx="3728393" cy="1295355"/>
          </a:xfrm>
          <a:prstGeom prst="rect">
            <a:avLst/>
          </a:prstGeom>
          <a:noFill/>
        </p:spPr>
        <p:txBody>
          <a:bodyPr wrap="square" rtlCol="0">
            <a:spAutoFit/>
          </a:bodyPr>
          <a:lstStyle/>
          <a:p>
            <a:pPr marL="285750" indent="-285750">
              <a:lnSpc>
                <a:spcPts val="2400"/>
              </a:lnSpc>
              <a:buFont typeface="Arial" panose="020B0604020202020204" pitchFamily="34" charset="0"/>
              <a:buChar char="•"/>
            </a:pPr>
            <a:r>
              <a:rPr lang="zh-CN" altLang="en-US" sz="1600" dirty="0">
                <a:solidFill>
                  <a:schemeClr val="tx1">
                    <a:lumMod val="50000"/>
                    <a:lumOff val="50000"/>
                  </a:schemeClr>
                </a:solidFill>
                <a:latin typeface="微软雅黑" panose="020B0503020204020204" charset="-122"/>
                <a:ea typeface="微软雅黑" panose="020B0503020204020204" charset="-122"/>
              </a:rPr>
              <a:t>通常用于二次确认，当目标元素的操作需要用户进一步的确认时，点击目标，在目标元素附近弹出浮层提示，询问用户。气泡内容可选配提示</a:t>
            </a:r>
            <a:r>
              <a:rPr lang="en-US" altLang="zh-CN" sz="1600" dirty="0">
                <a:solidFill>
                  <a:schemeClr val="tx1">
                    <a:lumMod val="50000"/>
                    <a:lumOff val="50000"/>
                  </a:schemeClr>
                </a:solidFill>
                <a:latin typeface="微软雅黑" panose="020B0503020204020204" charset="-122"/>
                <a:ea typeface="微软雅黑" panose="020B0503020204020204" charset="-122"/>
              </a:rPr>
              <a:t>icon</a:t>
            </a:r>
            <a:r>
              <a:rPr lang="zh-CN" altLang="en-US" sz="1600" dirty="0">
                <a:solidFill>
                  <a:schemeClr val="tx1">
                    <a:lumMod val="50000"/>
                    <a:lumOff val="50000"/>
                  </a:schemeClr>
                </a:solidFill>
                <a:latin typeface="微软雅黑" panose="020B0503020204020204" charset="-122"/>
                <a:ea typeface="微软雅黑" panose="020B0503020204020204" charset="-122"/>
              </a:rPr>
              <a:t>。</a:t>
            </a:r>
            <a:endParaRPr lang="zh-CN" altLang="en-US" sz="1600" dirty="0">
              <a:solidFill>
                <a:schemeClr val="tx1">
                  <a:lumMod val="50000"/>
                  <a:lumOff val="50000"/>
                </a:schemeClr>
              </a:solidFill>
              <a:latin typeface="微软雅黑" panose="020B0503020204020204" charset="-122"/>
              <a:ea typeface="微软雅黑" panose="020B0503020204020204" charset="-122"/>
            </a:endParaRPr>
          </a:p>
        </p:txBody>
      </p:sp>
      <p:cxnSp>
        <p:nvCxnSpPr>
          <p:cNvPr id="16" name="连接符: 曲线 48"/>
          <p:cNvCxnSpPr/>
          <p:nvPr>
            <p:custDataLst>
              <p:tags r:id="rId7"/>
            </p:custDataLst>
          </p:nvPr>
        </p:nvCxnSpPr>
        <p:spPr>
          <a:xfrm flipV="1">
            <a:off x="1799771" y="3716673"/>
            <a:ext cx="2885941" cy="710184"/>
          </a:xfrm>
          <a:prstGeom prst="curvedConnector3">
            <a:avLst>
              <a:gd name="adj1" fmla="val 50000"/>
            </a:avLst>
          </a:prstGeom>
          <a:ln w="19050" cap="flat" cmpd="sng" algn="ctr">
            <a:solidFill>
              <a:schemeClr val="accent2"/>
            </a:solidFill>
            <a:prstDash val="dash"/>
            <a:round/>
            <a:headEnd type="oval" w="lg" len="lg"/>
            <a:tailEnd type="triangle" w="lg" len="lg"/>
          </a:ln>
        </p:spPr>
        <p:style>
          <a:lnRef idx="0">
            <a:scrgbClr r="0" g="0" b="0"/>
          </a:lnRef>
          <a:fillRef idx="0">
            <a:scrgbClr r="0" g="0" b="0"/>
          </a:fillRef>
          <a:effectRef idx="0">
            <a:scrgbClr r="0" g="0" b="0"/>
          </a:effectRef>
          <a:fontRef idx="minor">
            <a:schemeClr val="tx1"/>
          </a:fontRef>
        </p:style>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DIAGRAM_VIRTUALLY_FRAME" val="{&quot;height&quot;:225,&quot;left&quot;:787.15,&quot;top&quot;:202.5,&quot;width&quot;:184.9}"/>
</p:tagLst>
</file>

<file path=ppt/tags/tag30.xml><?xml version="1.0" encoding="utf-8"?>
<p:tagLst xmlns:p="http://schemas.openxmlformats.org/presentationml/2006/main">
  <p:tag name="KSO_WM_DIAGRAM_VIRTUALLY_FRAME" val="{&quot;height&quot;:225,&quot;left&quot;:787.15,&quot;top&quot;:202.5,&quot;width&quot;:184.9}"/>
</p:tagLst>
</file>

<file path=ppt/tags/tag31.xml><?xml version="1.0" encoding="utf-8"?>
<p:tagLst xmlns:p="http://schemas.openxmlformats.org/presentationml/2006/main">
  <p:tag name="KSO_WM_DIAGRAM_VIRTUALLY_FRAME" val="{&quot;height&quot;:225,&quot;left&quot;:787.15,&quot;top&quot;:202.5,&quot;width&quot;:184.9}"/>
</p:tagLst>
</file>

<file path=ppt/tags/tag32.xml><?xml version="1.0" encoding="utf-8"?>
<p:tagLst xmlns:p="http://schemas.openxmlformats.org/presentationml/2006/main">
  <p:tag name="KSO_WM_DIAGRAM_VIRTUALLY_FRAME" val="{&quot;height&quot;:225,&quot;left&quot;:787.15,&quot;top&quot;:202.5,&quot;width&quot;:184.9}"/>
</p:tagLst>
</file>

<file path=ppt/tags/tag33.xml><?xml version="1.0" encoding="utf-8"?>
<p:tagLst xmlns:p="http://schemas.openxmlformats.org/presentationml/2006/main">
  <p:tag name="KSO_WM_DIAGRAM_VIRTUALLY_FRAME" val="{&quot;height&quot;:225,&quot;left&quot;:787.15,&quot;top&quot;:202.5,&quot;width&quot;:184.9}"/>
</p:tagLst>
</file>

<file path=ppt/tags/tag34.xml><?xml version="1.0" encoding="utf-8"?>
<p:tagLst xmlns:p="http://schemas.openxmlformats.org/presentationml/2006/main">
  <p:tag name="KSO_WM_DIAGRAM_VIRTUALLY_FRAME" val="{&quot;height&quot;:225,&quot;left&quot;:787.15,&quot;top&quot;:202.5,&quot;width&quot;:184.9}"/>
</p:tagLst>
</file>

<file path=ppt/tags/tag35.xml><?xml version="1.0" encoding="utf-8"?>
<p:tagLst xmlns:p="http://schemas.openxmlformats.org/presentationml/2006/main">
  <p:tag name="KSO_WM_DIAGRAM_VIRTUALLY_FRAME" val="{&quot;height&quot;:225,&quot;left&quot;:787.15,&quot;top&quot;:202.5,&quot;width&quot;:184.9}"/>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DIAGRAM_VIRTUALLY_FRAME" val="{&quot;height&quot;:225,&quot;left&quot;:787.15,&quot;top&quot;:202.5,&quot;width&quot;:184.9}"/>
</p:tagLst>
</file>

<file path=ppt/tags/tag39.xml><?xml version="1.0" encoding="utf-8"?>
<p:tagLst xmlns:p="http://schemas.openxmlformats.org/presentationml/2006/main">
  <p:tag name="KSO_WM_DIAGRAM_VIRTUALLY_FRAME" val="{&quot;height&quot;:225,&quot;left&quot;:787.15,&quot;top&quot;:202.5,&quot;width&quot;:184.9}"/>
</p:tagLst>
</file>

<file path=ppt/tags/tag40.xml><?xml version="1.0" encoding="utf-8"?>
<p:tagLst xmlns:p="http://schemas.openxmlformats.org/presentationml/2006/main">
  <p:tag name="KSO_WM_DIAGRAM_VIRTUALLY_FRAME" val="{&quot;height&quot;:225,&quot;left&quot;:787.15,&quot;top&quot;:202.5,&quot;width&quot;:184.9}"/>
</p:tagLst>
</file>

<file path=ppt/tags/tag41.xml><?xml version="1.0" encoding="utf-8"?>
<p:tagLst xmlns:p="http://schemas.openxmlformats.org/presentationml/2006/main">
  <p:tag name="KSO_WM_DIAGRAM_VIRTUALLY_FRAME" val="{&quot;height&quot;:225,&quot;left&quot;:787.15,&quot;top&quot;:202.5,&quot;width&quot;:184.9}"/>
</p:tagLst>
</file>

<file path=ppt/tags/tag42.xml><?xml version="1.0" encoding="utf-8"?>
<p:tagLst xmlns:p="http://schemas.openxmlformats.org/presentationml/2006/main">
  <p:tag name="KSO_WM_DIAGRAM_VIRTUALLY_FRAME" val="{&quot;height&quot;:225,&quot;left&quot;:787.15,&quot;top&quot;:202.5,&quot;width&quot;:184.9}"/>
</p:tagLst>
</file>

<file path=ppt/tags/tag43.xml><?xml version="1.0" encoding="utf-8"?>
<p:tagLst xmlns:p="http://schemas.openxmlformats.org/presentationml/2006/main">
  <p:tag name="KSO_WM_DIAGRAM_VIRTUALLY_FRAME" val="{&quot;height&quot;:225,&quot;left&quot;:787.15,&quot;top&quot;:202.5,&quot;width&quot;:184.9}"/>
</p:tagLst>
</file>

<file path=ppt/tags/tag44.xml><?xml version="1.0" encoding="utf-8"?>
<p:tagLst xmlns:p="http://schemas.openxmlformats.org/presentationml/2006/main">
  <p:tag name="KSO_WM_DIAGRAM_VIRTUALLY_FRAME" val="{&quot;height&quot;:225,&quot;left&quot;:787.15,&quot;top&quot;:202.5,&quot;width&quot;:184.9}"/>
</p:tagLst>
</file>

<file path=ppt/tags/tag45.xml><?xml version="1.0" encoding="utf-8"?>
<p:tagLst xmlns:p="http://schemas.openxmlformats.org/presentationml/2006/main">
  <p:tag name="KSO_WM_DIAGRAM_VIRTUALLY_FRAME" val="{&quot;height&quot;:225,&quot;left&quot;:787.15,&quot;top&quot;:202.5,&quot;width&quot;:184.9}"/>
</p:tagLst>
</file>

<file path=ppt/tags/tag46.xml><?xml version="1.0" encoding="utf-8"?>
<p:tagLst xmlns:p="http://schemas.openxmlformats.org/presentationml/2006/main">
  <p:tag name="KSO_WM_DIAGRAM_VIRTUALLY_FRAME" val="{&quot;height&quot;:225,&quot;left&quot;:787.15,&quot;top&quot;:202.5,&quot;width&quot;:184.9}"/>
</p:tagLst>
</file>

<file path=ppt/tags/tag47.xml><?xml version="1.0" encoding="utf-8"?>
<p:tagLst xmlns:p="http://schemas.openxmlformats.org/presentationml/2006/main">
  <p:tag name="KSO_WM_DIAGRAM_VIRTUALLY_FRAME" val="{&quot;height&quot;:225,&quot;left&quot;:787.15,&quot;top&quot;:202.5,&quot;width&quot;:184.9}"/>
</p:tagLst>
</file>

<file path=ppt/tags/tag48.xml><?xml version="1.0" encoding="utf-8"?>
<p:tagLst xmlns:p="http://schemas.openxmlformats.org/presentationml/2006/main">
  <p:tag name="KSO_WM_DIAGRAM_VIRTUALLY_FRAME" val="{&quot;height&quot;:225,&quot;left&quot;:787.15,&quot;top&quot;:202.5,&quot;width&quot;:184.9}"/>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DIAGRAM_VIRTUALLY_FRAME" val="{&quot;height&quot;:225,&quot;left&quot;:787.15,&quot;top&quot;:202.5,&quot;width&quot;:184.9}"/>
</p:tagLst>
</file>

<file path=ppt/tags/tag52.xml><?xml version="1.0" encoding="utf-8"?>
<p:tagLst xmlns:p="http://schemas.openxmlformats.org/presentationml/2006/main">
  <p:tag name="KSO_WM_DIAGRAM_VIRTUALLY_FRAME" val="{&quot;height&quot;:225,&quot;left&quot;:787.15,&quot;top&quot;:202.5,&quot;width&quot;:184.9}"/>
</p:tagLst>
</file>

<file path=ppt/tags/tag53.xml><?xml version="1.0" encoding="utf-8"?>
<p:tagLst xmlns:p="http://schemas.openxmlformats.org/presentationml/2006/main">
  <p:tag name="KSO_WM_DIAGRAM_VIRTUALLY_FRAME" val="{&quot;height&quot;:225,&quot;left&quot;:787.15,&quot;top&quot;:202.5,&quot;width&quot;:184.9}"/>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DIAGRAM_VIRTUALLY_FRAME" val="{&quot;height&quot;:225,&quot;left&quot;:787.15,&quot;top&quot;:202.5,&quot;width&quot;:184.9}"/>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DIAGRAM_VIRTUALLY_FRAME" val="{&quot;height&quot;:225,&quot;left&quot;:787.15,&quot;top&quot;:202.5,&quot;width&quot;:184.9}"/>
</p:tagLst>
</file>

<file path=ppt/tags/tag64.xml><?xml version="1.0" encoding="utf-8"?>
<p:tagLst xmlns:p="http://schemas.openxmlformats.org/presentationml/2006/main">
  <p:tag name="KSO_WM_DIAGRAM_VIRTUALLY_FRAME" val="{&quot;height&quot;:225,&quot;left&quot;:787.15,&quot;top&quot;:202.5,&quot;width&quot;:184.9}"/>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DIAGRAM_VIRTUALLY_FRAME" val="{&quot;height&quot;:225,&quot;left&quot;:787.15,&quot;top&quot;:202.5,&quot;width&quot;:184.9}"/>
</p:tagLst>
</file>

<file path=ppt/tags/tag68.xml><?xml version="1.0" encoding="utf-8"?>
<p:tagLst xmlns:p="http://schemas.openxmlformats.org/presentationml/2006/main">
  <p:tag name="KSO_WM_DIAGRAM_VIRTUALLY_FRAME" val="{&quot;height&quot;:225,&quot;left&quot;:787.15,&quot;top&quot;:202.5,&quot;width&quot;:184.9}"/>
</p:tagLst>
</file>

<file path=ppt/tags/tag69.xml><?xml version="1.0" encoding="utf-8"?>
<p:tagLst xmlns:p="http://schemas.openxmlformats.org/presentationml/2006/main">
  <p:tag name="KSO_WM_DIAGRAM_VIRTUALLY_FRAME" val="{&quot;height&quot;:225,&quot;left&quot;:787.15,&quot;top&quot;:202.5,&quot;width&quot;:184.9}"/>
</p:tagLst>
</file>

<file path=ppt/tags/tag70.xml><?xml version="1.0" encoding="utf-8"?>
<p:tagLst xmlns:p="http://schemas.openxmlformats.org/presentationml/2006/main">
  <p:tag name="KSO_WM_DIAGRAM_VIRTUALLY_FRAME" val="{&quot;height&quot;:225,&quot;left&quot;:787.15,&quot;top&quot;:202.5,&quot;width&quot;:184.9}"/>
</p:tagLst>
</file>

<file path=ppt/tags/tag71.xml><?xml version="1.0" encoding="utf-8"?>
<p:tagLst xmlns:p="http://schemas.openxmlformats.org/presentationml/2006/main">
  <p:tag name="KSO_WM_DIAGRAM_VIRTUALLY_FRAME" val="{&quot;height&quot;:225,&quot;left&quot;:787.15,&quot;top&quot;:202.5,&quot;width&quot;:184.9}"/>
</p:tagLst>
</file>

<file path=ppt/tags/tag72.xml><?xml version="1.0" encoding="utf-8"?>
<p:tagLst xmlns:p="http://schemas.openxmlformats.org/presentationml/2006/main">
  <p:tag name="KSO_WM_DIAGRAM_VIRTUALLY_FRAME" val="{&quot;height&quot;:225,&quot;left&quot;:787.15,&quot;top&quot;:202.5,&quot;width&quot;:184.9}"/>
</p:tagLst>
</file>

<file path=ppt/tags/tag73.xml><?xml version="1.0" encoding="utf-8"?>
<p:tagLst xmlns:p="http://schemas.openxmlformats.org/presentationml/2006/main">
  <p:tag name="KSO_WM_DIAGRAM_VIRTUALLY_FRAME" val="{&quot;height&quot;:225,&quot;left&quot;:787.15,&quot;top&quot;:202.5,&quot;width&quot;:184.9}"/>
</p:tagLst>
</file>

<file path=ppt/tags/tag74.xml><?xml version="1.0" encoding="utf-8"?>
<p:tagLst xmlns:p="http://schemas.openxmlformats.org/presentationml/2006/main">
  <p:tag name="KSO_WM_DIAGRAM_VIRTUALLY_FRAME" val="{&quot;height&quot;:225,&quot;left&quot;:787.15,&quot;top&quot;:202.5,&quot;width&quot;:184.9}"/>
</p:tagLst>
</file>

<file path=ppt/tags/tag75.xml><?xml version="1.0" encoding="utf-8"?>
<p:tagLst xmlns:p="http://schemas.openxmlformats.org/presentationml/2006/main">
  <p:tag name="KSO_WM_DIAGRAM_VIRTUALLY_FRAME" val="{&quot;height&quot;:225,&quot;left&quot;:787.15,&quot;top&quot;:202.5,&quot;width&quot;:184.9}"/>
</p:tagLst>
</file>

<file path=ppt/tags/tag76.xml><?xml version="1.0" encoding="utf-8"?>
<p:tagLst xmlns:p="http://schemas.openxmlformats.org/presentationml/2006/main">
  <p:tag name="KSO_WM_DIAGRAM_VIRTUALLY_FRAME" val="{&quot;height&quot;:225,&quot;left&quot;:787.15,&quot;top&quot;:202.5,&quot;width&quot;:184.9}"/>
</p:tagLst>
</file>

<file path=ppt/tags/tag77.xml><?xml version="1.0" encoding="utf-8"?>
<p:tagLst xmlns:p="http://schemas.openxmlformats.org/presentationml/2006/main">
  <p:tag name="KSO_WM_DIAGRAM_VIRTUALLY_FRAME" val="{&quot;height&quot;:225,&quot;left&quot;:787.15,&quot;top&quot;:202.5,&quot;width&quot;:184.9}"/>
</p:tagLst>
</file>

<file path=ppt/tags/tag78.xml><?xml version="1.0" encoding="utf-8"?>
<p:tagLst xmlns:p="http://schemas.openxmlformats.org/presentationml/2006/main">
  <p:tag name="KSO_WM_DIAGRAM_VIRTUALLY_FRAME" val="{&quot;height&quot;:225,&quot;left&quot;:787.15,&quot;top&quot;:202.5,&quot;width&quot;:184.9}"/>
</p:tagLst>
</file>

<file path=ppt/tags/tag79.xml><?xml version="1.0" encoding="utf-8"?>
<p:tagLst xmlns:p="http://schemas.openxmlformats.org/presentationml/2006/main">
  <p:tag name="KSO_WM_DIAGRAM_VIRTUALLY_FRAME" val="{&quot;height&quot;:225,&quot;left&quot;:787.15,&quot;top&quot;:202.5,&quot;width&quot;:184.9}"/>
</p:tagLst>
</file>

<file path=ppt/tags/tag80.xml><?xml version="1.0" encoding="utf-8"?>
<p:tagLst xmlns:p="http://schemas.openxmlformats.org/presentationml/2006/main">
  <p:tag name="KSO_WM_DIAGRAM_VIRTUALLY_FRAME" val="{&quot;height&quot;:225,&quot;left&quot;:787.15,&quot;top&quot;:202.5,&quot;width&quot;:184.9}"/>
</p:tagLst>
</file>

<file path=ppt/tags/tag81.xml><?xml version="1.0" encoding="utf-8"?>
<p:tagLst xmlns:p="http://schemas.openxmlformats.org/presentationml/2006/main">
  <p:tag name="KSO_WM_DIAGRAM_VIRTUALLY_FRAME" val="{&quot;height&quot;:225,&quot;left&quot;:787.15,&quot;top&quot;:202.5,&quot;width&quot;:184.9}"/>
</p:tagLst>
</file>

<file path=ppt/tags/tag82.xml><?xml version="1.0" encoding="utf-8"?>
<p:tagLst xmlns:p="http://schemas.openxmlformats.org/presentationml/2006/main">
  <p:tag name="KSO_WM_DIAGRAM_VIRTUALLY_FRAME" val="{&quot;height&quot;:225,&quot;left&quot;:787.15,&quot;top&quot;:202.5,&quot;width&quot;:184.9}"/>
</p:tagLst>
</file>

<file path=ppt/tags/tag83.xml><?xml version="1.0" encoding="utf-8"?>
<p:tagLst xmlns:p="http://schemas.openxmlformats.org/presentationml/2006/main">
  <p:tag name="KSO_WM_DIAGRAM_VIRTUALLY_FRAME" val="{&quot;height&quot;:225,&quot;left&quot;:787.15,&quot;top&quot;:202.5,&quot;width&quot;:184.9}"/>
</p:tagLst>
</file>

<file path=ppt/tags/tag84.xml><?xml version="1.0" encoding="utf-8"?>
<p:tagLst xmlns:p="http://schemas.openxmlformats.org/presentationml/2006/main">
  <p:tag name="KSO_WM_DIAGRAM_VIRTUALLY_FRAME" val="{&quot;height&quot;:225,&quot;left&quot;:787.15,&quot;top&quot;:202.5,&quot;width&quot;:184.9}"/>
</p:tagLst>
</file>

<file path=ppt/tags/tag85.xml><?xml version="1.0" encoding="utf-8"?>
<p:tagLst xmlns:p="http://schemas.openxmlformats.org/presentationml/2006/main">
  <p:tag name="KSO_WM_DIAGRAM_VIRTUALLY_FRAME" val="{&quot;height&quot;:225,&quot;left&quot;:787.15,&quot;top&quot;:202.5,&quot;width&quot;:184.9}"/>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DIAGRAM_VIRTUALLY_FRAME" val="{&quot;height&quot;:225,&quot;left&quot;:787.15,&quot;top&quot;:202.5,&quot;width&quot;:184.9}"/>
</p:tagLst>
</file>

<file path=ppt/tags/tag91.xml><?xml version="1.0" encoding="utf-8"?>
<p:tagLst xmlns:p="http://schemas.openxmlformats.org/presentationml/2006/main">
  <p:tag name="KSO_WM_DIAGRAM_VIRTUALLY_FRAME" val="{&quot;height&quot;:225,&quot;left&quot;:787.15,&quot;top&quot;:202.5,&quot;width&quot;:184.9}"/>
</p:tagLst>
</file>

<file path=ppt/tags/tag92.xml><?xml version="1.0" encoding="utf-8"?>
<p:tagLst xmlns:p="http://schemas.openxmlformats.org/presentationml/2006/main">
  <p:tag name="KSO_WM_DIAGRAM_VIRTUALLY_FRAME" val="{&quot;height&quot;:225,&quot;left&quot;:787.15,&quot;top&quot;:202.5,&quot;width&quot;:184.9}"/>
</p:tagLst>
</file>

<file path=ppt/tags/tag93.xml><?xml version="1.0" encoding="utf-8"?>
<p:tagLst xmlns:p="http://schemas.openxmlformats.org/presentationml/2006/main">
  <p:tag name="KSO_WM_DIAGRAM_VIRTUALLY_FRAME" val="{&quot;height&quot;:225,&quot;left&quot;:787.15,&quot;top&quot;:202.5,&quot;width&quot;:184.9}"/>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DIAGRAM_VIRTUALLY_FRAME" val="{&quot;height&quot;:225,&quot;left&quot;:787.15,&quot;top&quot;:202.5,&quot;width&quot;:184.9}"/>
</p:tagLst>
</file>

<file path=ppt/tags/tag97.xml><?xml version="1.0" encoding="utf-8"?>
<p:tagLst xmlns:p="http://schemas.openxmlformats.org/presentationml/2006/main">
  <p:tag name="KSO_WM_DIAGRAM_VIRTUALLY_FRAME" val="{&quot;height&quot;:225,&quot;left&quot;:787.15,&quot;top&quot;:202.5,&quot;width&quot;:184.9}"/>
</p:tagLst>
</file>

<file path=ppt/tags/tag98.xml><?xml version="1.0" encoding="utf-8"?>
<p:tagLst xmlns:p="http://schemas.openxmlformats.org/presentationml/2006/main">
  <p:tag name="KSO_WM_DIAGRAM_VIRTUALLY_FRAME" val="{&quot;height&quot;:225,&quot;left&quot;:787.15,&quot;top&quot;:202.5,&quot;width&quot;:184.9}"/>
</p:tagLst>
</file>

<file path=ppt/tags/tag99.xml><?xml version="1.0" encoding="utf-8"?>
<p:tagLst xmlns:p="http://schemas.openxmlformats.org/presentationml/2006/main">
  <p:tag name="KSO_WM_DIAGRAM_VIRTUALLY_FRAME" val="{&quot;height&quot;:225,&quot;left&quot;:787.15,&quot;top&quot;:202.5,&quot;width&quot;:184.9}"/>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DIAGRAM_VIRTUALLY_FRAME" val="{&quot;height&quot;:225,&quot;left&quot;:787.15,&quot;top&quot;:202.5,&quot;width&quot;:184.9}"/>
</p:tagLst>
</file>

<file path=ppt/tags/tag103.xml><?xml version="1.0" encoding="utf-8"?>
<p:tagLst xmlns:p="http://schemas.openxmlformats.org/presentationml/2006/main">
  <p:tag name="KSO_WM_DIAGRAM_VIRTUALLY_FRAME" val="{&quot;height&quot;:225,&quot;left&quot;:787.15,&quot;top&quot;:202.5,&quot;width&quot;:184.9}"/>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DIAGRAM_VIRTUALLY_FRAME" val="{&quot;height&quot;:225,&quot;left&quot;:787.15,&quot;top&quot;:202.5,&quot;width&quot;:184.9}"/>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DIAGRAM_VIRTUALLY_FRAME" val="{&quot;height&quot;:225,&quot;left&quot;:787.15,&quot;top&quot;:202.5,&quot;width&quot;:184.9}"/>
</p:tagLst>
</file>

<file path=ppt/tags/tag114.xml><?xml version="1.0" encoding="utf-8"?>
<p:tagLst xmlns:p="http://schemas.openxmlformats.org/presentationml/2006/main">
  <p:tag name="KSO_WM_DIAGRAM_VIRTUALLY_FRAME" val="{&quot;height&quot;:225,&quot;left&quot;:787.15,&quot;top&quot;:202.5,&quot;width&quot;:184.9}"/>
</p:tagLst>
</file>

<file path=ppt/tags/tag115.xml><?xml version="1.0" encoding="utf-8"?>
<p:tagLst xmlns:p="http://schemas.openxmlformats.org/presentationml/2006/main">
  <p:tag name="KSO_WM_DIAGRAM_VIRTUALLY_FRAME" val="{&quot;height&quot;:225,&quot;left&quot;:787.15,&quot;top&quot;:202.5,&quot;width&quot;:184.9}"/>
</p:tagLst>
</file>

<file path=ppt/tags/tag116.xml><?xml version="1.0" encoding="utf-8"?>
<p:tagLst xmlns:p="http://schemas.openxmlformats.org/presentationml/2006/main">
  <p:tag name="KSO_WM_UNIT_INDEX" val="1_2_2"/>
  <p:tag name="KSO_WM_UNIT_TYPE" val="l_h_f"/>
  <p:tag name="KSO_WM_UNIT_SUBTYPE" val="a"/>
  <p:tag name="KSO_WM_TEMPLATE_CATEGORY" val="diagram"/>
  <p:tag name="KSO_WM_TEMPLATE_INDEX" val="19882022"/>
  <p:tag name="KSO_WM_UNIT_ID" val="diagram19882022*l_h_f*1_2_2"/>
  <p:tag name="KSO_WM_DIAGRAM_GROUP_CODE" val="l1-1"/>
  <p:tag name="KSO_WM_TAG_VERSION" val="2.0"/>
  <p:tag name="KSO_WM_BEAUTIFY_FLAG" val="#wm#"/>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DIAGRAM_VIRTUALLY_FRAME" val="{&quot;height&quot;:225,&quot;left&quot;:787.15,&quot;top&quot;:202.5,&quot;width&quot;:184.9}"/>
</p:tagLst>
</file>

<file path=ppt/tags/tag120.xml><?xml version="1.0" encoding="utf-8"?>
<p:tagLst xmlns:p="http://schemas.openxmlformats.org/presentationml/2006/main">
  <p:tag name="KSO_WM_DIAGRAM_VIRTUALLY_FRAME" val="{&quot;height&quot;:225,&quot;left&quot;:787.15,&quot;top&quot;:202.5,&quot;width&quot;:184.9}"/>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DIAGRAM_VIRTUALLY_FRAME" val="{&quot;height&quot;:225,&quot;left&quot;:787.15,&quot;top&quot;:202.5,&quot;width&quot;:184.9}"/>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DIAGRAM_VIRTUALLY_FRAME" val="{&quot;height&quot;:225,&quot;left&quot;:787.15,&quot;top&quot;:202.5,&quot;width&quot;:184.9}"/>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DIAGRAM_VIRTUALLY_FRAME" val="{&quot;height&quot;:225,&quot;left&quot;:787.15,&quot;top&quot;:202.5,&quot;width&quot;:184.9}"/>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DIAGRAM_VIRTUALLY_FRAME" val="{&quot;height&quot;:225,&quot;left&quot;:787.15,&quot;top&quot;:202.5,&quot;width&quot;:184.9}"/>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DIAGRAM_VIRTUALLY_FRAME" val="{&quot;height&quot;:225,&quot;left&quot;:787.15,&quot;top&quot;:202.5,&quot;width&quot;:184.9}"/>
</p:tagLst>
</file>

<file path=ppt/tags/tag146.xml><?xml version="1.0" encoding="utf-8"?>
<p:tagLst xmlns:p="http://schemas.openxmlformats.org/presentationml/2006/main">
  <p:tag name="KSO_WM_DIAGRAM_VIRTUALLY_FRAME" val="{&quot;height&quot;:225,&quot;left&quot;:787.15,&quot;top&quot;:202.5,&quot;width&quot;:184.9}"/>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DIAGRAM_VIRTUALLY_FRAME" val="{&quot;height&quot;:225,&quot;left&quot;:787.15,&quot;top&quot;:202.5,&quot;width&quot;:184.9}"/>
</p:tagLst>
</file>

<file path=ppt/tags/tag150.xml><?xml version="1.0" encoding="utf-8"?>
<p:tagLst xmlns:p="http://schemas.openxmlformats.org/presentationml/2006/main">
  <p:tag name="KSO_WM_DIAGRAM_VIRTUALLY_FRAME" val="{&quot;height&quot;:225,&quot;left&quot;:787.15,&quot;top&quot;:202.5,&quot;width&quot;:184.9}"/>
</p:tagLst>
</file>

<file path=ppt/theme/theme1.xml><?xml version="1.0" encoding="utf-8"?>
<a:theme xmlns:a="http://schemas.openxmlformats.org/drawingml/2006/main" name="1_自定义设计方案">
  <a:themeElements>
    <a:clrScheme name="WPS">
      <a:dk1>
        <a:sysClr val="windowText" lastClr="000000"/>
      </a:dk1>
      <a:lt1>
        <a:sysClr val="window" lastClr="FFFFFF"/>
      </a:lt1>
      <a:dk2>
        <a:srgbClr val="0F1423"/>
      </a:dk2>
      <a:lt2>
        <a:srgbClr val="FFFFFF"/>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宋体"/>
        <a:cs typeface=""/>
      </a:majorFont>
      <a:minorFont>
        <a:latin typeface="Calibri"/>
        <a:ea typeface="宋体"/>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自定义设计方案">
  <a:themeElements>
    <a:clrScheme name="WPS">
      <a:dk1>
        <a:sysClr val="windowText" lastClr="000000"/>
      </a:dk1>
      <a:lt1>
        <a:sysClr val="window" lastClr="FFFFFF"/>
      </a:lt1>
      <a:dk2>
        <a:srgbClr val="0F1423"/>
      </a:dk2>
      <a:lt2>
        <a:srgbClr val="FFFFFF"/>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宋体"/>
        <a:cs typeface=""/>
      </a:majorFont>
      <a:minorFont>
        <a:latin typeface="Calibri"/>
        <a:ea typeface="宋体"/>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3739</Words>
  <Application>WPS 演示</Application>
  <PresentationFormat>宽屏</PresentationFormat>
  <Paragraphs>465</Paragraphs>
  <Slides>35</Slides>
  <Notes>48</Notes>
  <HiddenSlides>0</HiddenSlides>
  <MMClips>0</MMClips>
  <ScaleCrop>false</ScaleCrop>
  <HeadingPairs>
    <vt:vector size="6" baseType="variant">
      <vt:variant>
        <vt:lpstr>已用的字体</vt:lpstr>
      </vt:variant>
      <vt:variant>
        <vt:i4>16</vt:i4>
      </vt:variant>
      <vt:variant>
        <vt:lpstr>主题</vt:lpstr>
      </vt:variant>
      <vt:variant>
        <vt:i4>2</vt:i4>
      </vt:variant>
      <vt:variant>
        <vt:lpstr>幻灯片标题</vt:lpstr>
      </vt:variant>
      <vt:variant>
        <vt:i4>35</vt:i4>
      </vt:variant>
    </vt:vector>
  </HeadingPairs>
  <TitlesOfParts>
    <vt:vector size="53" baseType="lpstr">
      <vt:lpstr>Arial</vt:lpstr>
      <vt:lpstr>宋体</vt:lpstr>
      <vt:lpstr>Wingdings</vt:lpstr>
      <vt:lpstr>Calibri</vt:lpstr>
      <vt:lpstr>Times New Roman</vt:lpstr>
      <vt:lpstr>思源宋体 CN Heavy</vt:lpstr>
      <vt:lpstr>Aa武道家</vt:lpstr>
      <vt:lpstr>微软雅黑</vt:lpstr>
      <vt:lpstr>思源黑体 Heavy</vt:lpstr>
      <vt:lpstr>黑体</vt:lpstr>
      <vt:lpstr>思源黑体 CN Normal</vt:lpstr>
      <vt:lpstr>Arial Unicode MS</vt:lpstr>
      <vt:lpstr>等线</vt:lpstr>
      <vt:lpstr>ui-sans-serif</vt:lpstr>
      <vt:lpstr>Segoe Print</vt:lpstr>
      <vt:lpstr>Wingdings</vt:lpstr>
      <vt:lpstr>1_自定义设计方案</vt:lpstr>
      <vt:lpstr>2_自定义设计方案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dc:creator>
  <cp:lastModifiedBy>棋卒</cp:lastModifiedBy>
  <cp:revision>1493</cp:revision>
  <dcterms:created xsi:type="dcterms:W3CDTF">1900-01-01T00:00:00Z</dcterms:created>
  <dcterms:modified xsi:type="dcterms:W3CDTF">2026-07-22T02:05:56Z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6C3CBB31638440AE8471504FB7199618_13</vt:lpwstr>
  </property>
  <property fmtid="{D5CDD505-2E9C-101B-9397-08002B2CF9AE}" pid="3" name="KSOProductBuildVer">
    <vt:lpwstr>2052-12.1.0.26895</vt:lpwstr>
  </property>
</Properties>
</file>